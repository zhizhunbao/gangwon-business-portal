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91" r:id="rId3"/>
    <p:sldId id="292" r:id="rId4"/>
    <p:sldId id="286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8C70AC-C26E-4EB9-98C5-8C1A3EDD4AD0}" v="10" dt="2026-01-20T08:45:54.5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민준" userId="3bcc5109-d0c7-417e-bb48-2e359482ecb5" providerId="ADAL" clId="{F8EA39A8-ECD6-43DC-884B-CE0C4C241F3B}"/>
    <pc:docChg chg="undo custSel modSld">
      <pc:chgData name="김 민준" userId="3bcc5109-d0c7-417e-bb48-2e359482ecb5" providerId="ADAL" clId="{F8EA39A8-ECD6-43DC-884B-CE0C4C241F3B}" dt="2026-01-20T08:46:00.851" v="250" actId="1076"/>
      <pc:docMkLst>
        <pc:docMk/>
      </pc:docMkLst>
      <pc:sldChg chg="addSp modSp mod">
        <pc:chgData name="김 민준" userId="3bcc5109-d0c7-417e-bb48-2e359482ecb5" providerId="ADAL" clId="{F8EA39A8-ECD6-43DC-884B-CE0C4C241F3B}" dt="2026-01-20T08:46:00.851" v="250" actId="1076"/>
        <pc:sldMkLst>
          <pc:docMk/>
          <pc:sldMk cId="1642234173" sldId="291"/>
        </pc:sldMkLst>
        <pc:spChg chg="add mod">
          <ac:chgData name="김 민준" userId="3bcc5109-d0c7-417e-bb48-2e359482ecb5" providerId="ADAL" clId="{F8EA39A8-ECD6-43DC-884B-CE0C4C241F3B}" dt="2026-01-20T08:38:49.452" v="168" actId="1036"/>
          <ac:spMkLst>
            <pc:docMk/>
            <pc:sldMk cId="1642234173" sldId="291"/>
            <ac:spMk id="2" creationId="{6F4392EF-E235-E26C-17EF-639978FA169D}"/>
          </ac:spMkLst>
        </pc:spChg>
        <pc:spChg chg="add mod">
          <ac:chgData name="김 민준" userId="3bcc5109-d0c7-417e-bb48-2e359482ecb5" providerId="ADAL" clId="{F8EA39A8-ECD6-43DC-884B-CE0C4C241F3B}" dt="2026-01-20T08:38:49.452" v="168" actId="1036"/>
          <ac:spMkLst>
            <pc:docMk/>
            <pc:sldMk cId="1642234173" sldId="291"/>
            <ac:spMk id="3" creationId="{CF73745D-DA71-1E9B-D7ED-242CFAC8342F}"/>
          </ac:spMkLst>
        </pc:spChg>
        <pc:spChg chg="mod">
          <ac:chgData name="김 민준" userId="3bcc5109-d0c7-417e-bb48-2e359482ecb5" providerId="ADAL" clId="{F8EA39A8-ECD6-43DC-884B-CE0C4C241F3B}" dt="2026-01-20T08:38:40.340" v="150" actId="1035"/>
          <ac:spMkLst>
            <pc:docMk/>
            <pc:sldMk cId="1642234173" sldId="291"/>
            <ac:spMk id="4" creationId="{70C00C59-994D-535B-35C8-2548FF0A05FB}"/>
          </ac:spMkLst>
        </pc:spChg>
        <pc:spChg chg="mod">
          <ac:chgData name="김 민준" userId="3bcc5109-d0c7-417e-bb48-2e359482ecb5" providerId="ADAL" clId="{F8EA39A8-ECD6-43DC-884B-CE0C4C241F3B}" dt="2026-01-20T08:38:40.340" v="150" actId="1035"/>
          <ac:spMkLst>
            <pc:docMk/>
            <pc:sldMk cId="1642234173" sldId="291"/>
            <ac:spMk id="5" creationId="{DDF9E7B2-E01E-991A-706C-2F9BD932B87B}"/>
          </ac:spMkLst>
        </pc:spChg>
        <pc:spChg chg="mod">
          <ac:chgData name="김 민준" userId="3bcc5109-d0c7-417e-bb48-2e359482ecb5" providerId="ADAL" clId="{F8EA39A8-ECD6-43DC-884B-CE0C4C241F3B}" dt="2026-01-20T08:38:40.340" v="150" actId="1035"/>
          <ac:spMkLst>
            <pc:docMk/>
            <pc:sldMk cId="1642234173" sldId="291"/>
            <ac:spMk id="6" creationId="{358C6881-9A82-5842-9BE3-09B43888345C}"/>
          </ac:spMkLst>
        </pc:spChg>
        <pc:spChg chg="mod">
          <ac:chgData name="김 민준" userId="3bcc5109-d0c7-417e-bb48-2e359482ecb5" providerId="ADAL" clId="{F8EA39A8-ECD6-43DC-884B-CE0C4C241F3B}" dt="2026-01-20T08:38:34.521" v="134" actId="1035"/>
          <ac:spMkLst>
            <pc:docMk/>
            <pc:sldMk cId="1642234173" sldId="291"/>
            <ac:spMk id="7" creationId="{78A285F3-2D7C-251B-43E3-DA1F9CC2F2FB}"/>
          </ac:spMkLst>
        </pc:spChg>
        <pc:spChg chg="add mod">
          <ac:chgData name="김 민준" userId="3bcc5109-d0c7-417e-bb48-2e359482ecb5" providerId="ADAL" clId="{F8EA39A8-ECD6-43DC-884B-CE0C4C241F3B}" dt="2026-01-20T08:39:20.429" v="198" actId="1036"/>
          <ac:spMkLst>
            <pc:docMk/>
            <pc:sldMk cId="1642234173" sldId="291"/>
            <ac:spMk id="8" creationId="{E592EB0F-7B95-35C3-422A-2D9EAAB60861}"/>
          </ac:spMkLst>
        </pc:spChg>
        <pc:spChg chg="mod">
          <ac:chgData name="김 민준" userId="3bcc5109-d0c7-417e-bb48-2e359482ecb5" providerId="ADAL" clId="{F8EA39A8-ECD6-43DC-884B-CE0C4C241F3B}" dt="2026-01-20T08:38:34.521" v="134" actId="1035"/>
          <ac:spMkLst>
            <pc:docMk/>
            <pc:sldMk cId="1642234173" sldId="291"/>
            <ac:spMk id="9" creationId="{8E6E8EF3-4FE1-C729-FAE2-D203AF6A0A17}"/>
          </ac:spMkLst>
        </pc:spChg>
        <pc:spChg chg="mod">
          <ac:chgData name="김 민준" userId="3bcc5109-d0c7-417e-bb48-2e359482ecb5" providerId="ADAL" clId="{F8EA39A8-ECD6-43DC-884B-CE0C4C241F3B}" dt="2026-01-20T08:38:34.521" v="134" actId="1035"/>
          <ac:spMkLst>
            <pc:docMk/>
            <pc:sldMk cId="1642234173" sldId="291"/>
            <ac:spMk id="10" creationId="{1064F0DC-0BCB-131B-BEA8-E0BEBFFD3B52}"/>
          </ac:spMkLst>
        </pc:spChg>
        <pc:spChg chg="add mod">
          <ac:chgData name="김 민준" userId="3bcc5109-d0c7-417e-bb48-2e359482ecb5" providerId="ADAL" clId="{F8EA39A8-ECD6-43DC-884B-CE0C4C241F3B}" dt="2026-01-20T08:39:45.610" v="230" actId="20577"/>
          <ac:spMkLst>
            <pc:docMk/>
            <pc:sldMk cId="1642234173" sldId="291"/>
            <ac:spMk id="11" creationId="{CEC69699-F1D0-A98A-A8B1-317D58344ED5}"/>
          </ac:spMkLst>
        </pc:spChg>
        <pc:spChg chg="add mod">
          <ac:chgData name="김 민준" userId="3bcc5109-d0c7-417e-bb48-2e359482ecb5" providerId="ADAL" clId="{F8EA39A8-ECD6-43DC-884B-CE0C4C241F3B}" dt="2026-01-20T08:45:42.098" v="242" actId="1582"/>
          <ac:spMkLst>
            <pc:docMk/>
            <pc:sldMk cId="1642234173" sldId="291"/>
            <ac:spMk id="12" creationId="{3F938484-B7B8-3408-B815-CE35EC162A21}"/>
          </ac:spMkLst>
        </pc:spChg>
        <pc:spChg chg="mod">
          <ac:chgData name="김 민준" userId="3bcc5109-d0c7-417e-bb48-2e359482ecb5" providerId="ADAL" clId="{F8EA39A8-ECD6-43DC-884B-CE0C4C241F3B}" dt="2026-01-20T08:38:34.521" v="134" actId="1035"/>
          <ac:spMkLst>
            <pc:docMk/>
            <pc:sldMk cId="1642234173" sldId="291"/>
            <ac:spMk id="13" creationId="{0A0165EF-510A-C4DD-5D26-D5DE5E7C71A7}"/>
          </ac:spMkLst>
        </pc:spChg>
        <pc:spChg chg="add mod">
          <ac:chgData name="김 민준" userId="3bcc5109-d0c7-417e-bb48-2e359482ecb5" providerId="ADAL" clId="{F8EA39A8-ECD6-43DC-884B-CE0C4C241F3B}" dt="2026-01-20T08:46:00.851" v="250" actId="1076"/>
          <ac:spMkLst>
            <pc:docMk/>
            <pc:sldMk cId="1642234173" sldId="291"/>
            <ac:spMk id="14" creationId="{46355CE6-9081-BBE8-20E6-F26E548BEBBF}"/>
          </ac:spMkLst>
        </pc:spChg>
        <pc:spChg chg="mod">
          <ac:chgData name="김 민준" userId="3bcc5109-d0c7-417e-bb48-2e359482ecb5" providerId="ADAL" clId="{F8EA39A8-ECD6-43DC-884B-CE0C4C241F3B}" dt="2026-01-20T08:39:17.140" v="192" actId="1036"/>
          <ac:spMkLst>
            <pc:docMk/>
            <pc:sldMk cId="1642234173" sldId="291"/>
            <ac:spMk id="16" creationId="{27D575E7-9DA4-478D-ADCB-40B49B1D76FE}"/>
          </ac:spMkLst>
        </pc:spChg>
        <pc:spChg chg="mod">
          <ac:chgData name="김 민준" userId="3bcc5109-d0c7-417e-bb48-2e359482ecb5" providerId="ADAL" clId="{F8EA39A8-ECD6-43DC-884B-CE0C4C241F3B}" dt="2026-01-20T08:39:17.140" v="192" actId="1036"/>
          <ac:spMkLst>
            <pc:docMk/>
            <pc:sldMk cId="1642234173" sldId="291"/>
            <ac:spMk id="17" creationId="{507E52DA-BB0A-2821-BCF0-207F6E8B6BEA}"/>
          </ac:spMkLst>
        </pc:spChg>
        <pc:spChg chg="mod">
          <ac:chgData name="김 민준" userId="3bcc5109-d0c7-417e-bb48-2e359482ecb5" providerId="ADAL" clId="{F8EA39A8-ECD6-43DC-884B-CE0C4C241F3B}" dt="2026-01-20T08:39:17.140" v="192" actId="1036"/>
          <ac:spMkLst>
            <pc:docMk/>
            <pc:sldMk cId="1642234173" sldId="291"/>
            <ac:spMk id="18" creationId="{9844EA6C-DA5A-1A3D-0F74-95BAAE6A1C9E}"/>
          </ac:spMkLst>
        </pc:spChg>
        <pc:spChg chg="mod">
          <ac:chgData name="김 민준" userId="3bcc5109-d0c7-417e-bb48-2e359482ecb5" providerId="ADAL" clId="{F8EA39A8-ECD6-43DC-884B-CE0C4C241F3B}" dt="2026-01-20T08:39:17.140" v="192" actId="1036"/>
          <ac:spMkLst>
            <pc:docMk/>
            <pc:sldMk cId="1642234173" sldId="291"/>
            <ac:spMk id="19" creationId="{CADAC656-32A9-F670-1572-B3927E937DCB}"/>
          </ac:spMkLst>
        </pc:spChg>
        <pc:spChg chg="mod">
          <ac:chgData name="김 민준" userId="3bcc5109-d0c7-417e-bb48-2e359482ecb5" providerId="ADAL" clId="{F8EA39A8-ECD6-43DC-884B-CE0C4C241F3B}" dt="2026-01-20T08:39:17.140" v="192" actId="1036"/>
          <ac:spMkLst>
            <pc:docMk/>
            <pc:sldMk cId="1642234173" sldId="291"/>
            <ac:spMk id="24" creationId="{773882D3-1BEC-172B-E1A9-3C291E572D47}"/>
          </ac:spMkLst>
        </pc:spChg>
        <pc:spChg chg="mod">
          <ac:chgData name="김 민준" userId="3bcc5109-d0c7-417e-bb48-2e359482ecb5" providerId="ADAL" clId="{F8EA39A8-ECD6-43DC-884B-CE0C4C241F3B}" dt="2026-01-20T08:39:17.140" v="192" actId="1036"/>
          <ac:spMkLst>
            <pc:docMk/>
            <pc:sldMk cId="1642234173" sldId="291"/>
            <ac:spMk id="25" creationId="{DEF4C027-0972-D257-CF26-2DBF7E253CCE}"/>
          </ac:spMkLst>
        </pc:spChg>
        <pc:spChg chg="mod">
          <ac:chgData name="김 민준" userId="3bcc5109-d0c7-417e-bb48-2e359482ecb5" providerId="ADAL" clId="{F8EA39A8-ECD6-43DC-884B-CE0C4C241F3B}" dt="2026-01-20T08:39:17.140" v="192" actId="1036"/>
          <ac:spMkLst>
            <pc:docMk/>
            <pc:sldMk cId="1642234173" sldId="291"/>
            <ac:spMk id="26" creationId="{AF0B8F03-6AE4-4F37-0E34-3FCD54301685}"/>
          </ac:spMkLst>
        </pc:spChg>
        <pc:spChg chg="mod">
          <ac:chgData name="김 민준" userId="3bcc5109-d0c7-417e-bb48-2e359482ecb5" providerId="ADAL" clId="{F8EA39A8-ECD6-43DC-884B-CE0C4C241F3B}" dt="2026-01-20T08:39:30.138" v="205" actId="1036"/>
          <ac:spMkLst>
            <pc:docMk/>
            <pc:sldMk cId="1642234173" sldId="291"/>
            <ac:spMk id="28" creationId="{DA707D03-B8EB-8A3C-E737-D7F68CBF3835}"/>
          </ac:spMkLst>
        </pc:spChg>
        <pc:spChg chg="mod">
          <ac:chgData name="김 민준" userId="3bcc5109-d0c7-417e-bb48-2e359482ecb5" providerId="ADAL" clId="{F8EA39A8-ECD6-43DC-884B-CE0C4C241F3B}" dt="2026-01-20T08:39:30.138" v="205" actId="1036"/>
          <ac:spMkLst>
            <pc:docMk/>
            <pc:sldMk cId="1642234173" sldId="291"/>
            <ac:spMk id="29" creationId="{F63060ED-34D6-E02E-0EB3-CDBA9559027A}"/>
          </ac:spMkLst>
        </pc:spChg>
        <pc:spChg chg="mod">
          <ac:chgData name="김 민준" userId="3bcc5109-d0c7-417e-bb48-2e359482ecb5" providerId="ADAL" clId="{F8EA39A8-ECD6-43DC-884B-CE0C4C241F3B}" dt="2026-01-20T08:39:30.138" v="205" actId="1036"/>
          <ac:spMkLst>
            <pc:docMk/>
            <pc:sldMk cId="1642234173" sldId="291"/>
            <ac:spMk id="30" creationId="{5C797713-C5D1-181E-07AB-881D75AA3B03}"/>
          </ac:spMkLst>
        </pc:spChg>
        <pc:spChg chg="mod">
          <ac:chgData name="김 민준" userId="3bcc5109-d0c7-417e-bb48-2e359482ecb5" providerId="ADAL" clId="{F8EA39A8-ECD6-43DC-884B-CE0C4C241F3B}" dt="2026-01-20T08:39:33.737" v="208" actId="1037"/>
          <ac:spMkLst>
            <pc:docMk/>
            <pc:sldMk cId="1642234173" sldId="291"/>
            <ac:spMk id="31" creationId="{B1DFF252-341E-FB00-5BEA-FFD71C6B8D5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2AA947-2C78-E355-ECC8-2116D220D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8105A9B-63AA-3793-00D1-75C2E8E64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B8D64C-5D02-51DE-DCFF-222D020D3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A6BC-F56A-482A-BBB0-C6A12C43C76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AEE6D4-84E5-842D-5DB3-78077D17D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AF7127-8C17-7944-3E5D-FC35F35E1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68DB5-2D53-4FD3-B05F-22AE80826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34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9B52F-F79F-7435-2074-A619B2A21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5FDE4F-3317-2990-F643-B35268905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0235F9-2DB7-93E6-E0A9-10F40CB0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A6BC-F56A-482A-BBB0-C6A12C43C76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BA74EC-886E-AECD-33A6-C867F4617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25D53-D976-22EC-08A3-EB9C41251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68DB5-2D53-4FD3-B05F-22AE80826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070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D0E173-8D38-402A-4BF7-E39D26389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3DE5A7-6F9A-FA45-CD12-862255B58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73ACED-4D28-B5C7-A42C-965BCBE97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A6BC-F56A-482A-BBB0-C6A12C43C76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C43B9F-A704-B326-F8DF-8DA558707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747ADC-FD7F-040C-2A3C-6E29BB61E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68DB5-2D53-4FD3-B05F-22AE80826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047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53827D-AE85-1815-A643-BD8BFDE44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C16D42-05BE-DEE2-AA24-5F807C08A3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1ADE10-718B-5499-784D-3AAD7C984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011183-FA54-26B1-EE04-555A9D3F8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A6BC-F56A-482A-BBB0-C6A12C43C76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FD7201-04B4-0EA5-B334-904474109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D793EA-BC5B-2CAA-0AAD-CB328568E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68DB5-2D53-4FD3-B05F-22AE80826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429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29FB0C-9A9B-2EF6-19C6-C77037F9E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9AD46E-9A7E-25A5-3A0A-D69F39852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AEA373-C8E2-82B5-7C18-39FB5707E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1AEDE3-1114-E2B3-2E20-B42A416F9D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09BE7ED-6527-917D-F608-9384A5DC55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6427B1-F218-4845-E81C-7C3B8AB53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A6BC-F56A-482A-BBB0-C6A12C43C76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0245A8B-4401-62DB-DD2D-5D4630F14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41D035D-BD92-ADE4-144C-BA27F9D2B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68DB5-2D53-4FD3-B05F-22AE80826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70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74853B-2CBA-5ED9-53B8-74CEEA938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137D50-50F6-9651-A7B4-BAF363DDD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A6BC-F56A-482A-BBB0-C6A12C43C76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2605D2D-0415-4DC5-D652-8AFBA1199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BB1478-0D18-0E16-BD4A-769233377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68DB5-2D53-4FD3-B05F-22AE80826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974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F048AE-C2C4-01A5-C316-6F14C4FC6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A6BC-F56A-482A-BBB0-C6A12C43C76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E72ACF-5363-260A-5148-C076121BB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446FFC-C17F-1018-24B6-91D6911A0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68DB5-2D53-4FD3-B05F-22AE80826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733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0D9A8-CC70-314F-DF4D-8C65FEB98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B991E2-DDBE-1F6E-76D5-36CD6483A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C38778-9691-ABC5-69AA-2F328B3D5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9E28C6-A156-A17F-8E68-6F9009DAE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A6BC-F56A-482A-BBB0-C6A12C43C76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69B95D-52B8-C36F-27ED-E1174D84C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0114D0-9F58-6BA4-EE98-91C57DC8A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68DB5-2D53-4FD3-B05F-22AE80826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078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F110D6-4EF0-F4A1-5809-E0433DBFB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C1EBF29-E4AB-9691-8661-8CB6D807B5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7DFD7F-7636-FCE6-A21E-6EF4E82F6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D70459-E0D3-68E2-C2C9-51A24A74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A6BC-F56A-482A-BBB0-C6A12C43C76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96FE7B-A84D-1D5E-FF89-2FFE6C1B0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C2C51F-55F1-8914-E34E-99BAF3C44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68DB5-2D53-4FD3-B05F-22AE80826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276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50AA57-28BB-0F21-816B-9B33F70BB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3E65CD-6DBD-F697-C542-857CE9CAD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64AA43-252B-1B26-27C7-9E145CC92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A6BC-F56A-482A-BBB0-C6A12C43C76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82064B-7B81-2AF0-3EB5-1D967AAFE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11D7C3-819A-47C4-153F-73442D33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68DB5-2D53-4FD3-B05F-22AE80826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052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96078B9-0035-7D44-5574-3C230D2DA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A68DAE-0481-2F47-AEA4-38A94C891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EC709A-59FD-DDD5-F91E-8B9DDC0CA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A6BC-F56A-482A-BBB0-C6A12C43C76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F17854-EB7A-7F86-D1A6-361E85752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32C442-28FB-545D-CE82-526006A90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68DB5-2D53-4FD3-B05F-22AE80826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835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1F474F-156D-25BA-F54C-695FC8249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473220-F90C-BCCF-5883-97EBBE84E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D8001B-850C-7E12-1FAB-4D81F91763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4A6BC-F56A-482A-BBB0-C6A12C43C76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A0AC4D-FBD3-5212-6C38-3B0B2400EC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291696-FFB2-DCCE-52E3-460A03C21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68DB5-2D53-4FD3-B05F-22AE80826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740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D2587-00DD-2292-39AD-C727FC290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C89A1D8-123E-1CC3-8A23-F1E5C4EE83A1}"/>
              </a:ext>
            </a:extLst>
          </p:cNvPr>
          <p:cNvSpPr/>
          <p:nvPr/>
        </p:nvSpPr>
        <p:spPr>
          <a:xfrm>
            <a:off x="2129367" y="2205567"/>
            <a:ext cx="7590366" cy="25442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/>
              <a:t>통계</a:t>
            </a:r>
          </a:p>
        </p:txBody>
      </p:sp>
    </p:spTree>
    <p:extLst>
      <p:ext uri="{BB962C8B-B14F-4D97-AF65-F5344CB8AC3E}">
        <p14:creationId xmlns:p14="http://schemas.microsoft.com/office/powerpoint/2010/main" val="1722842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0C00C59-994D-535B-35C8-2548FF0A05FB}"/>
              </a:ext>
            </a:extLst>
          </p:cNvPr>
          <p:cNvSpPr/>
          <p:nvPr/>
        </p:nvSpPr>
        <p:spPr>
          <a:xfrm>
            <a:off x="3952381" y="878259"/>
            <a:ext cx="2385482" cy="5270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분기별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DF9E7B2-E01E-991A-706C-2F9BD932B87B}"/>
              </a:ext>
            </a:extLst>
          </p:cNvPr>
          <p:cNvSpPr/>
          <p:nvPr/>
        </p:nvSpPr>
        <p:spPr>
          <a:xfrm>
            <a:off x="6530481" y="878259"/>
            <a:ext cx="2385482" cy="5270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월별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8C6881-9A82-5842-9BE3-09B43888345C}"/>
              </a:ext>
            </a:extLst>
          </p:cNvPr>
          <p:cNvSpPr/>
          <p:nvPr/>
        </p:nvSpPr>
        <p:spPr>
          <a:xfrm>
            <a:off x="1470590" y="878259"/>
            <a:ext cx="2385482" cy="5270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연도별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A285F3-2D7C-251B-43E3-DA1F9CC2F2FB}"/>
              </a:ext>
            </a:extLst>
          </p:cNvPr>
          <p:cNvSpPr/>
          <p:nvPr/>
        </p:nvSpPr>
        <p:spPr>
          <a:xfrm>
            <a:off x="5471426" y="1716379"/>
            <a:ext cx="3733101" cy="302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표준산업분류코드</a:t>
            </a:r>
            <a:r>
              <a:rPr lang="en-US" altLang="ko-KR" dirty="0"/>
              <a:t>(</a:t>
            </a:r>
            <a:r>
              <a:rPr lang="ko-KR" altLang="en-US" dirty="0"/>
              <a:t>중분류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E6E8EF3-4FE1-C729-FAE2-D203AF6A0A17}"/>
              </a:ext>
            </a:extLst>
          </p:cNvPr>
          <p:cNvSpPr/>
          <p:nvPr/>
        </p:nvSpPr>
        <p:spPr>
          <a:xfrm>
            <a:off x="1509026" y="1718653"/>
            <a:ext cx="3733101" cy="302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표준산업분류코드</a:t>
            </a:r>
            <a:r>
              <a:rPr lang="en-US" altLang="ko-KR" dirty="0"/>
              <a:t>(</a:t>
            </a:r>
            <a:r>
              <a:rPr lang="ko-KR" altLang="en-US" dirty="0"/>
              <a:t>대분류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064F0DC-0BCB-131B-BEA8-E0BEBFFD3B52}"/>
              </a:ext>
            </a:extLst>
          </p:cNvPr>
          <p:cNvSpPr/>
          <p:nvPr/>
        </p:nvSpPr>
        <p:spPr>
          <a:xfrm>
            <a:off x="1509026" y="2245346"/>
            <a:ext cx="3733101" cy="302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지역주력산업코드</a:t>
            </a:r>
            <a:r>
              <a:rPr lang="ko-KR" altLang="en-US" dirty="0"/>
              <a:t> </a:t>
            </a:r>
            <a:r>
              <a:rPr lang="en-US" altLang="ko-KR" dirty="0"/>
              <a:t>[</a:t>
            </a:r>
            <a:r>
              <a:rPr lang="ko-KR" altLang="en-US" dirty="0"/>
              <a:t>필수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A0165EF-510A-C4DD-5D26-D5DE5E7C71A7}"/>
              </a:ext>
            </a:extLst>
          </p:cNvPr>
          <p:cNvSpPr/>
          <p:nvPr/>
        </p:nvSpPr>
        <p:spPr>
          <a:xfrm>
            <a:off x="5471426" y="2240594"/>
            <a:ext cx="3733101" cy="3020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주력산업 </a:t>
            </a:r>
            <a:r>
              <a:rPr lang="en-US" altLang="ko-KR" dirty="0"/>
              <a:t>KSIC </a:t>
            </a:r>
            <a:r>
              <a:rPr lang="ko-KR" altLang="en-US" dirty="0"/>
              <a:t>코드 </a:t>
            </a:r>
            <a:r>
              <a:rPr lang="en-US" altLang="ko-KR" dirty="0"/>
              <a:t>[</a:t>
            </a:r>
            <a:r>
              <a:rPr lang="ko-KR" altLang="en-US" dirty="0"/>
              <a:t>필수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7D575E7-9DA4-478D-ADCB-40B49B1D76FE}"/>
              </a:ext>
            </a:extLst>
          </p:cNvPr>
          <p:cNvSpPr/>
          <p:nvPr/>
        </p:nvSpPr>
        <p:spPr>
          <a:xfrm>
            <a:off x="1521726" y="3640605"/>
            <a:ext cx="2265821" cy="302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창업중심대학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07E52DA-BB0A-2821-BCF0-207F6E8B6BEA}"/>
              </a:ext>
            </a:extLst>
          </p:cNvPr>
          <p:cNvSpPr/>
          <p:nvPr/>
        </p:nvSpPr>
        <p:spPr>
          <a:xfrm>
            <a:off x="3985526" y="3640605"/>
            <a:ext cx="2265821" cy="302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글로컬사업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844EA6C-DA5A-1A3D-0F74-95BAAE6A1C9E}"/>
              </a:ext>
            </a:extLst>
          </p:cNvPr>
          <p:cNvSpPr/>
          <p:nvPr/>
        </p:nvSpPr>
        <p:spPr>
          <a:xfrm>
            <a:off x="6506476" y="3653305"/>
            <a:ext cx="2265821" cy="302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RISE</a:t>
            </a:r>
            <a:r>
              <a:rPr lang="ko-KR" altLang="en-US" dirty="0"/>
              <a:t>사업단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ADAC656-32A9-F670-1572-B3927E937DCB}"/>
              </a:ext>
            </a:extLst>
          </p:cNvPr>
          <p:cNvSpPr/>
          <p:nvPr/>
        </p:nvSpPr>
        <p:spPr>
          <a:xfrm>
            <a:off x="1540776" y="4164770"/>
            <a:ext cx="2265821" cy="302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예비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73882D3-1BEC-172B-E1A9-3C291E572D47}"/>
              </a:ext>
            </a:extLst>
          </p:cNvPr>
          <p:cNvSpPr/>
          <p:nvPr/>
        </p:nvSpPr>
        <p:spPr>
          <a:xfrm>
            <a:off x="3998226" y="4183820"/>
            <a:ext cx="2265821" cy="302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창업</a:t>
            </a:r>
            <a:r>
              <a:rPr lang="en-US" altLang="ko-KR" dirty="0"/>
              <a:t>3</a:t>
            </a:r>
            <a:r>
              <a:rPr lang="ko-KR" altLang="en-US" dirty="0" err="1"/>
              <a:t>년이하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EF4C027-0972-D257-CF26-2DBF7E253CCE}"/>
              </a:ext>
            </a:extLst>
          </p:cNvPr>
          <p:cNvSpPr/>
          <p:nvPr/>
        </p:nvSpPr>
        <p:spPr>
          <a:xfrm>
            <a:off x="6487426" y="4152070"/>
            <a:ext cx="2265821" cy="302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창업</a:t>
            </a:r>
            <a:r>
              <a:rPr lang="en-US" altLang="ko-KR" dirty="0"/>
              <a:t>7</a:t>
            </a:r>
            <a:r>
              <a:rPr lang="ko-KR" altLang="en-US" dirty="0" err="1"/>
              <a:t>년이상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F0B8F03-6AE4-4F37-0E34-3FCD54301685}"/>
              </a:ext>
            </a:extLst>
          </p:cNvPr>
          <p:cNvSpPr/>
          <p:nvPr/>
        </p:nvSpPr>
        <p:spPr>
          <a:xfrm>
            <a:off x="8951226" y="4152070"/>
            <a:ext cx="2265821" cy="302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재창업</a:t>
            </a:r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A707D03-B8EB-8A3C-E737-D7F68CBF3835}"/>
              </a:ext>
            </a:extLst>
          </p:cNvPr>
          <p:cNvSpPr/>
          <p:nvPr/>
        </p:nvSpPr>
        <p:spPr>
          <a:xfrm>
            <a:off x="1534426" y="4669306"/>
            <a:ext cx="2265821" cy="302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소재지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63060ED-34D6-E02E-0EB3-CDBA9559027A}"/>
              </a:ext>
            </a:extLst>
          </p:cNvPr>
          <p:cNvSpPr/>
          <p:nvPr/>
        </p:nvSpPr>
        <p:spPr>
          <a:xfrm>
            <a:off x="1528076" y="5183656"/>
            <a:ext cx="2265821" cy="302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투자</a:t>
            </a:r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C797713-C5D1-181E-07AB-881D75AA3B03}"/>
              </a:ext>
            </a:extLst>
          </p:cNvPr>
          <p:cNvSpPr/>
          <p:nvPr/>
        </p:nvSpPr>
        <p:spPr>
          <a:xfrm>
            <a:off x="1534426" y="5710706"/>
            <a:ext cx="2265821" cy="302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지식재산권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1DFF252-341E-FB00-5BEA-FFD71C6B8D5B}"/>
              </a:ext>
            </a:extLst>
          </p:cNvPr>
          <p:cNvSpPr/>
          <p:nvPr/>
        </p:nvSpPr>
        <p:spPr>
          <a:xfrm>
            <a:off x="1525769" y="6223904"/>
            <a:ext cx="3917950" cy="302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키워드 검색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4C5C6B3-2075-18F2-A9B3-95C4B1421BEE}"/>
              </a:ext>
            </a:extLst>
          </p:cNvPr>
          <p:cNvSpPr/>
          <p:nvPr/>
        </p:nvSpPr>
        <p:spPr>
          <a:xfrm>
            <a:off x="615950" y="184150"/>
            <a:ext cx="11169650" cy="46960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검색 조건 구분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3E329DAC-ABB2-8CB1-1A26-6ED3CE4B8C97}"/>
              </a:ext>
            </a:extLst>
          </p:cNvPr>
          <p:cNvSpPr/>
          <p:nvPr/>
        </p:nvSpPr>
        <p:spPr>
          <a:xfrm>
            <a:off x="8274050" y="5119004"/>
            <a:ext cx="1682750" cy="155484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4392EF-E235-E26C-17EF-639978FA169D}"/>
              </a:ext>
            </a:extLst>
          </p:cNvPr>
          <p:cNvSpPr/>
          <p:nvPr/>
        </p:nvSpPr>
        <p:spPr>
          <a:xfrm>
            <a:off x="1521726" y="2725475"/>
            <a:ext cx="2265821" cy="302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73745D-DA71-1E9B-D7ED-242CFAC8342F}"/>
              </a:ext>
            </a:extLst>
          </p:cNvPr>
          <p:cNvSpPr/>
          <p:nvPr/>
        </p:nvSpPr>
        <p:spPr>
          <a:xfrm>
            <a:off x="3985526" y="2725475"/>
            <a:ext cx="2265821" cy="302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592EB0F-7B95-35C3-422A-2D9EAAB60861}"/>
              </a:ext>
            </a:extLst>
          </p:cNvPr>
          <p:cNvSpPr/>
          <p:nvPr/>
        </p:nvSpPr>
        <p:spPr>
          <a:xfrm>
            <a:off x="1521726" y="3187659"/>
            <a:ext cx="2265821" cy="302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업력</a:t>
            </a:r>
            <a:endParaRPr lang="en-US" altLang="ko-KR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EC69699-F1D0-A98A-A8B1-317D58344ED5}"/>
              </a:ext>
            </a:extLst>
          </p:cNvPr>
          <p:cNvSpPr/>
          <p:nvPr/>
        </p:nvSpPr>
        <p:spPr>
          <a:xfrm>
            <a:off x="8915963" y="2725475"/>
            <a:ext cx="2265821" cy="302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대표자 연령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F938484-B7B8-3408-B815-CE35EC162A21}"/>
              </a:ext>
            </a:extLst>
          </p:cNvPr>
          <p:cNvSpPr/>
          <p:nvPr/>
        </p:nvSpPr>
        <p:spPr>
          <a:xfrm>
            <a:off x="1470590" y="2668453"/>
            <a:ext cx="9890137" cy="8653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355CE6-9081-BBE8-20E6-F26E548BEBBF}"/>
              </a:ext>
            </a:extLst>
          </p:cNvPr>
          <p:cNvSpPr txBox="1"/>
          <p:nvPr/>
        </p:nvSpPr>
        <p:spPr>
          <a:xfrm>
            <a:off x="725269" y="269181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추가</a:t>
            </a:r>
          </a:p>
        </p:txBody>
      </p:sp>
    </p:spTree>
    <p:extLst>
      <p:ext uri="{BB962C8B-B14F-4D97-AF65-F5344CB8AC3E}">
        <p14:creationId xmlns:p14="http://schemas.microsoft.com/office/powerpoint/2010/main" val="1642234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B25DA-8C9C-7D5D-760F-319BBDC16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42BE6A0-2ED2-58D8-5DC1-55E0A1992743}"/>
              </a:ext>
            </a:extLst>
          </p:cNvPr>
          <p:cNvGraphicFramePr>
            <a:graphicFrameLocks noGrp="1"/>
          </p:cNvGraphicFramePr>
          <p:nvPr/>
        </p:nvGraphicFramePr>
        <p:xfrm>
          <a:off x="4425950" y="286385"/>
          <a:ext cx="6796511" cy="6285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9817">
                  <a:extLst>
                    <a:ext uri="{9D8B030D-6E8A-4147-A177-3AD203B41FA5}">
                      <a16:colId xmlns:a16="http://schemas.microsoft.com/office/drawing/2014/main" val="238509117"/>
                    </a:ext>
                  </a:extLst>
                </a:gridCol>
                <a:gridCol w="1461768">
                  <a:extLst>
                    <a:ext uri="{9D8B030D-6E8A-4147-A177-3AD203B41FA5}">
                      <a16:colId xmlns:a16="http://schemas.microsoft.com/office/drawing/2014/main" val="2357203980"/>
                    </a:ext>
                  </a:extLst>
                </a:gridCol>
                <a:gridCol w="3684926">
                  <a:extLst>
                    <a:ext uri="{9D8B030D-6E8A-4147-A177-3AD203B41FA5}">
                      <a16:colId xmlns:a16="http://schemas.microsoft.com/office/drawing/2014/main" val="3816955"/>
                    </a:ext>
                  </a:extLst>
                </a:gridCol>
              </a:tblGrid>
              <a:tr h="271408">
                <a:tc>
                  <a:txBody>
                    <a:bodyPr/>
                    <a:lstStyle/>
                    <a:p>
                      <a:pPr marL="3987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000" b="1" spc="-25" dirty="0">
                          <a:latin typeface="+mn-ea"/>
                          <a:ea typeface="+mn-ea"/>
                          <a:cs typeface="맑은 고딕"/>
                        </a:rPr>
                        <a:t>산업명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774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EE6F6"/>
                    </a:solidFill>
                  </a:tcPr>
                </a:tc>
                <a:tc>
                  <a:txBody>
                    <a:bodyPr/>
                    <a:lstStyle/>
                    <a:p>
                      <a:pPr marL="250825">
                        <a:lnSpc>
                          <a:spcPts val="1425"/>
                        </a:lnSpc>
                      </a:pPr>
                      <a:r>
                        <a:rPr sz="1000" b="1" spc="-20" dirty="0">
                          <a:latin typeface="+mn-ea"/>
                          <a:ea typeface="+mn-ea"/>
                          <a:cs typeface="맑은 고딕"/>
                        </a:rPr>
                        <a:t>코드번호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  <a:p>
                      <a:pPr marL="2222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b="1" spc="-10" dirty="0">
                          <a:latin typeface="+mn-ea"/>
                          <a:ea typeface="+mn-ea"/>
                          <a:cs typeface="맑은 고딕"/>
                        </a:rPr>
                        <a:t>(KSIC </a:t>
                      </a:r>
                      <a:r>
                        <a:rPr sz="1000" b="1" spc="-20" dirty="0">
                          <a:latin typeface="+mn-ea"/>
                          <a:ea typeface="+mn-ea"/>
                          <a:cs typeface="맑은 고딕"/>
                        </a:rPr>
                        <a:t>10차)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EE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000" b="1" spc="-10" dirty="0">
                          <a:latin typeface="+mn-ea"/>
                          <a:ea typeface="+mn-ea"/>
                          <a:cs typeface="맑은 고딕"/>
                        </a:rPr>
                        <a:t>산업분류명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77470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EE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87590"/>
                  </a:ext>
                </a:extLst>
              </a:tr>
              <a:tr h="139358">
                <a:tc row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천연물바이오소재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10501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액상시유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및</a:t>
                      </a:r>
                      <a:r>
                        <a:rPr sz="1000" spc="-1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기타</a:t>
                      </a:r>
                      <a:r>
                        <a:rPr sz="1000" spc="-2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낙농제품</a:t>
                      </a:r>
                      <a:r>
                        <a:rPr sz="1000" spc="-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434900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10795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인삼식품</a:t>
                      </a:r>
                      <a:r>
                        <a:rPr sz="1000" spc="-7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669225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10797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30" dirty="0">
                          <a:latin typeface="+mn-ea"/>
                          <a:ea typeface="+mn-ea"/>
                          <a:cs typeface="맑은 고딕"/>
                        </a:rPr>
                        <a:t>건강기능식품</a:t>
                      </a:r>
                      <a:r>
                        <a:rPr sz="1000" spc="-5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1071682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11209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기타</a:t>
                      </a: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 비알코올</a:t>
                      </a:r>
                      <a:r>
                        <a:rPr sz="1000" spc="-2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음료</a:t>
                      </a:r>
                      <a:r>
                        <a:rPr sz="1000" spc="-2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643014"/>
                  </a:ext>
                </a:extLst>
              </a:tr>
              <a:tr h="1393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20422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치약,</a:t>
                      </a:r>
                      <a:r>
                        <a:rPr sz="1000" spc="5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비누</a:t>
                      </a:r>
                      <a:r>
                        <a:rPr sz="1000" spc="2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및</a:t>
                      </a:r>
                      <a:r>
                        <a:rPr sz="1000" spc="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기타</a:t>
                      </a:r>
                      <a:r>
                        <a:rPr sz="1000" spc="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세제</a:t>
                      </a:r>
                      <a:r>
                        <a:rPr sz="1000" spc="2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975689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20423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화장품</a:t>
                      </a:r>
                      <a:r>
                        <a:rPr sz="1000" spc="-4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1696784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20499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그</a:t>
                      </a:r>
                      <a:r>
                        <a:rPr sz="1000" spc="2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외</a:t>
                      </a:r>
                      <a:r>
                        <a:rPr sz="1000" spc="1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기타</a:t>
                      </a:r>
                      <a:r>
                        <a:rPr sz="1000" spc="1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분류</a:t>
                      </a:r>
                      <a:r>
                        <a:rPr sz="1000" spc="2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안된</a:t>
                      </a:r>
                      <a:r>
                        <a:rPr sz="1000" spc="1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화학제품</a:t>
                      </a:r>
                      <a:r>
                        <a:rPr sz="1000" spc="1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9246081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21101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의약용</a:t>
                      </a:r>
                      <a:r>
                        <a:rPr sz="1000" spc="-2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화합물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및</a:t>
                      </a:r>
                      <a:r>
                        <a:rPr sz="1000" spc="-3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항생물질</a:t>
                      </a:r>
                      <a:r>
                        <a:rPr sz="1000" spc="-1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276692"/>
                  </a:ext>
                </a:extLst>
              </a:tr>
              <a:tr h="1393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21102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생물학적</a:t>
                      </a:r>
                      <a:r>
                        <a:rPr sz="1000" spc="-3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제제</a:t>
                      </a:r>
                      <a:r>
                        <a:rPr sz="1000" spc="-2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403186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21210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완제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의약품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 제조업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536303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21220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한의약품</a:t>
                      </a:r>
                      <a:r>
                        <a:rPr sz="1000" spc="-7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3381261"/>
                  </a:ext>
                </a:extLst>
              </a:tr>
              <a:tr h="140401">
                <a:tc rowSpan="1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marL="144145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세라믹원료·소재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20129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기타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기초</a:t>
                      </a:r>
                      <a:r>
                        <a:rPr sz="1000" spc="-1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무기화학</a:t>
                      </a:r>
                      <a:r>
                        <a:rPr sz="1000" spc="-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물질</a:t>
                      </a: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356047"/>
                  </a:ext>
                </a:extLst>
              </a:tr>
              <a:tr h="1393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20412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요업용</a:t>
                      </a:r>
                      <a:r>
                        <a:rPr sz="1000" spc="-2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도포제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및</a:t>
                      </a:r>
                      <a:r>
                        <a:rPr sz="1000" spc="-3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관련제품</a:t>
                      </a:r>
                      <a:r>
                        <a:rPr sz="1000" spc="-1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444837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20499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그</a:t>
                      </a:r>
                      <a:r>
                        <a:rPr sz="1000" spc="2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외</a:t>
                      </a:r>
                      <a:r>
                        <a:rPr sz="1000" spc="1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기타</a:t>
                      </a:r>
                      <a:r>
                        <a:rPr sz="1000" spc="1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분류</a:t>
                      </a:r>
                      <a:r>
                        <a:rPr sz="1000" spc="2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안된</a:t>
                      </a:r>
                      <a:r>
                        <a:rPr sz="1000" spc="1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화학제품</a:t>
                      </a:r>
                      <a:r>
                        <a:rPr sz="1000" spc="1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241445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23129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기타</a:t>
                      </a:r>
                      <a:r>
                        <a:rPr sz="1000" spc="-4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산업용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유리제품</a:t>
                      </a:r>
                      <a:r>
                        <a:rPr sz="1000" spc="-4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06825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23222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위생용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및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산업용</a:t>
                      </a:r>
                      <a:r>
                        <a:rPr sz="1000" spc="-1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도자기</a:t>
                      </a:r>
                      <a:r>
                        <a:rPr sz="1000" spc="-2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1599979"/>
                  </a:ext>
                </a:extLst>
              </a:tr>
              <a:tr h="1393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23311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시멘트</a:t>
                      </a:r>
                      <a:r>
                        <a:rPr sz="1000" spc="-4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2713190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23312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석회</a:t>
                      </a:r>
                      <a:r>
                        <a:rPr sz="1000" spc="-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및</a:t>
                      </a:r>
                      <a:r>
                        <a:rPr sz="1000" spc="1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플라스터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607523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23993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비금속광물</a:t>
                      </a:r>
                      <a:r>
                        <a:rPr sz="1000" spc="-6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분쇄물</a:t>
                      </a:r>
                      <a:r>
                        <a:rPr sz="1000" spc="-3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생산업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547284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23999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그</a:t>
                      </a:r>
                      <a:r>
                        <a:rPr sz="1000" spc="-4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외</a:t>
                      </a:r>
                      <a:r>
                        <a:rPr sz="1000" spc="-2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55" dirty="0">
                          <a:latin typeface="+mn-ea"/>
                          <a:ea typeface="+mn-ea"/>
                          <a:cs typeface="맑은 고딕"/>
                        </a:rPr>
                        <a:t>기타</a:t>
                      </a:r>
                      <a:r>
                        <a:rPr sz="1000" spc="-2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55" dirty="0">
                          <a:latin typeface="+mn-ea"/>
                          <a:ea typeface="+mn-ea"/>
                          <a:cs typeface="맑은 고딕"/>
                        </a:rPr>
                        <a:t>분류</a:t>
                      </a:r>
                      <a:r>
                        <a:rPr sz="1000" spc="-2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55" dirty="0">
                          <a:latin typeface="+mn-ea"/>
                          <a:ea typeface="+mn-ea"/>
                          <a:cs typeface="맑은 고딕"/>
                        </a:rPr>
                        <a:t>안된</a:t>
                      </a:r>
                      <a:r>
                        <a:rPr sz="1000" spc="-2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90" dirty="0">
                          <a:latin typeface="+mn-ea"/>
                          <a:ea typeface="+mn-ea"/>
                          <a:cs typeface="맑은 고딕"/>
                        </a:rPr>
                        <a:t>비금속</a:t>
                      </a:r>
                      <a:r>
                        <a:rPr sz="1000" spc="-3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100" dirty="0">
                          <a:latin typeface="+mn-ea"/>
                          <a:ea typeface="+mn-ea"/>
                          <a:cs typeface="맑은 고딕"/>
                        </a:rPr>
                        <a:t>광물제품</a:t>
                      </a:r>
                      <a:r>
                        <a:rPr sz="1000" spc="-1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396642"/>
                  </a:ext>
                </a:extLst>
              </a:tr>
              <a:tr h="1393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24113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합금철</a:t>
                      </a:r>
                      <a:r>
                        <a:rPr sz="1000" spc="-4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844690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26299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그</a:t>
                      </a:r>
                      <a:r>
                        <a:rPr sz="1000" spc="2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외</a:t>
                      </a:r>
                      <a:r>
                        <a:rPr sz="1000" spc="4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기타</a:t>
                      </a:r>
                      <a:r>
                        <a:rPr sz="1000" spc="3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전자</a:t>
                      </a:r>
                      <a:r>
                        <a:rPr sz="1000" spc="3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부품</a:t>
                      </a:r>
                      <a:r>
                        <a:rPr sz="1000" spc="4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975057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26429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기타</a:t>
                      </a: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무선</a:t>
                      </a:r>
                      <a:r>
                        <a:rPr sz="1000" spc="-2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통신장비</a:t>
                      </a:r>
                      <a:r>
                        <a:rPr sz="1000" spc="-2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9869793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29174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기체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여과기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 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364695"/>
                  </a:ext>
                </a:extLst>
              </a:tr>
              <a:tr h="1393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29271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반도체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제조용</a:t>
                      </a:r>
                      <a:r>
                        <a:rPr sz="1000" spc="-3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기계</a:t>
                      </a:r>
                      <a:r>
                        <a:rPr sz="1000" spc="-3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2559785"/>
                  </a:ext>
                </a:extLst>
              </a:tr>
              <a:tr h="140401">
                <a:tc row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0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디지털헬스케어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21300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의료용품</a:t>
                      </a:r>
                      <a:r>
                        <a:rPr sz="1000" spc="-1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및</a:t>
                      </a:r>
                      <a:r>
                        <a:rPr sz="1000" spc="-1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기타</a:t>
                      </a:r>
                      <a:r>
                        <a:rPr sz="1000" spc="-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의약</a:t>
                      </a:r>
                      <a:r>
                        <a:rPr sz="1000" spc="-1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관련제품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2340836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26299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그</a:t>
                      </a:r>
                      <a:r>
                        <a:rPr sz="1000" spc="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외</a:t>
                      </a:r>
                      <a:r>
                        <a:rPr sz="1000" spc="1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기타</a:t>
                      </a:r>
                      <a:r>
                        <a:rPr sz="1000" spc="2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전자부품</a:t>
                      </a:r>
                      <a:r>
                        <a:rPr sz="1000" spc="2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2456814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27111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방사선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장치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 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717176"/>
                  </a:ext>
                </a:extLst>
              </a:tr>
              <a:tr h="1393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27112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전기식</a:t>
                      </a:r>
                      <a:r>
                        <a:rPr sz="1000" spc="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진단</a:t>
                      </a:r>
                      <a:r>
                        <a:rPr sz="1000" spc="1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및</a:t>
                      </a:r>
                      <a:r>
                        <a:rPr sz="1000" spc="1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요법</a:t>
                      </a:r>
                      <a:r>
                        <a:rPr sz="1000" spc="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기기</a:t>
                      </a:r>
                      <a:r>
                        <a:rPr sz="1000" spc="2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9440448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27192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정형외과용</a:t>
                      </a:r>
                      <a:r>
                        <a:rPr sz="1000" spc="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및</a:t>
                      </a:r>
                      <a:r>
                        <a:rPr sz="1000" spc="-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신체보정용</a:t>
                      </a: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기기</a:t>
                      </a:r>
                      <a:r>
                        <a:rPr sz="1000" spc="1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28228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27199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그</a:t>
                      </a:r>
                      <a:r>
                        <a:rPr sz="1000" spc="1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외</a:t>
                      </a:r>
                      <a:r>
                        <a:rPr sz="1000" spc="1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기타</a:t>
                      </a:r>
                      <a:r>
                        <a:rPr sz="1000" spc="3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의료용</a:t>
                      </a:r>
                      <a:r>
                        <a:rPr sz="1000" spc="1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기기</a:t>
                      </a:r>
                      <a:r>
                        <a:rPr sz="1000" spc="2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934259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28519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기타</a:t>
                      </a:r>
                      <a:r>
                        <a:rPr sz="1000" spc="-4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가정용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전기기기</a:t>
                      </a:r>
                      <a:r>
                        <a:rPr sz="1000" spc="-4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9827406"/>
                  </a:ext>
                </a:extLst>
              </a:tr>
              <a:tr h="1393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28909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그</a:t>
                      </a:r>
                      <a:r>
                        <a:rPr sz="1000" spc="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외</a:t>
                      </a:r>
                      <a:r>
                        <a:rPr sz="1000" spc="1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기타</a:t>
                      </a:r>
                      <a:r>
                        <a:rPr sz="1000" spc="2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전기장비</a:t>
                      </a:r>
                      <a:r>
                        <a:rPr sz="1000" spc="2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제조업</a:t>
                      </a:r>
                      <a:endParaRPr sz="100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1913993"/>
                  </a:ext>
                </a:extLst>
              </a:tr>
              <a:tr h="14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58221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시스템</a:t>
                      </a:r>
                      <a:r>
                        <a:rPr sz="1000" spc="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소프트웨어</a:t>
                      </a: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개발</a:t>
                      </a:r>
                      <a:r>
                        <a:rPr sz="1000" spc="-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및</a:t>
                      </a:r>
                      <a:r>
                        <a:rPr sz="1000" spc="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공급업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2371376"/>
                  </a:ext>
                </a:extLst>
              </a:tr>
              <a:tr h="1304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spc="-10" dirty="0">
                          <a:latin typeface="+mn-ea"/>
                          <a:ea typeface="+mn-ea"/>
                          <a:cs typeface="맑은 고딕"/>
                        </a:rPr>
                        <a:t>58222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응용</a:t>
                      </a:r>
                      <a:r>
                        <a:rPr sz="1000" spc="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소프트웨어</a:t>
                      </a:r>
                      <a:r>
                        <a:rPr sz="1000" spc="5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개발</a:t>
                      </a:r>
                      <a:r>
                        <a:rPr sz="1000" spc="2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dirty="0">
                          <a:latin typeface="+mn-ea"/>
                          <a:ea typeface="+mn-ea"/>
                          <a:cs typeface="맑은 고딕"/>
                        </a:rPr>
                        <a:t>및</a:t>
                      </a:r>
                      <a:r>
                        <a:rPr sz="1000" spc="10" dirty="0"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sz="1000" spc="-25" dirty="0">
                          <a:latin typeface="+mn-ea"/>
                          <a:ea typeface="+mn-ea"/>
                          <a:cs typeface="맑은 고딕"/>
                        </a:rPr>
                        <a:t>공급업</a:t>
                      </a:r>
                      <a:endParaRPr sz="1000" dirty="0">
                        <a:latin typeface="+mn-ea"/>
                        <a:ea typeface="+mn-ea"/>
                        <a:cs typeface="맑은 고딕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88927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B025AA18-0F97-64DA-2F7C-51AB53052F61}"/>
              </a:ext>
            </a:extLst>
          </p:cNvPr>
          <p:cNvSpPr/>
          <p:nvPr/>
        </p:nvSpPr>
        <p:spPr>
          <a:xfrm>
            <a:off x="391463" y="1080815"/>
            <a:ext cx="3733101" cy="3020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주력산업 </a:t>
            </a:r>
            <a:r>
              <a:rPr lang="en-US" altLang="ko-KR" dirty="0"/>
              <a:t>KSIC </a:t>
            </a:r>
            <a:r>
              <a:rPr lang="ko-KR" altLang="en-US" dirty="0"/>
              <a:t>코드 </a:t>
            </a:r>
            <a:r>
              <a:rPr lang="en-US" altLang="ko-KR" dirty="0"/>
              <a:t>[</a:t>
            </a:r>
            <a:r>
              <a:rPr lang="ko-KR" altLang="en-US" dirty="0"/>
              <a:t>필수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7757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0AE60-F357-B56A-DEDB-07C166C7E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CCE473-7A33-9B86-0D40-C156DDF00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25" y="1146187"/>
            <a:ext cx="9245167" cy="2016136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C2D27703-A8DA-F752-BE0A-E22B9B62D49A}"/>
              </a:ext>
            </a:extLst>
          </p:cNvPr>
          <p:cNvSpPr/>
          <p:nvPr/>
        </p:nvSpPr>
        <p:spPr>
          <a:xfrm>
            <a:off x="883859" y="1242637"/>
            <a:ext cx="851583" cy="1690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사업자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등록번호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00828D27-E417-D8A6-1EEE-0B4E8E27D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96" y="2464381"/>
            <a:ext cx="252363" cy="24265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471B69C0-1214-869F-01FF-4E6F86C9F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96" y="2737948"/>
            <a:ext cx="252363" cy="24265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F512AE7C-67F1-7777-555F-1EE7CEF3D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6081" y="1489181"/>
            <a:ext cx="695337" cy="268863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D3FA70E9-837B-1DB5-6E08-B225A8C85A76}"/>
              </a:ext>
            </a:extLst>
          </p:cNvPr>
          <p:cNvSpPr/>
          <p:nvPr/>
        </p:nvSpPr>
        <p:spPr>
          <a:xfrm>
            <a:off x="8920900" y="3403973"/>
            <a:ext cx="1890518" cy="306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엑셀 다운로드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A2EED4E-BA71-2556-398B-05E1F699EB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50" y="1549921"/>
            <a:ext cx="303642" cy="23616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262140D-F27F-25F4-245F-E7F7E206D7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50" y="1865632"/>
            <a:ext cx="303642" cy="23616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F8CC4A6-DA43-033F-08EF-A2B1B966DD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50" y="2181343"/>
            <a:ext cx="303642" cy="23616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CC7B058-3A14-AAE1-C7EA-9C6005DDCED2}"/>
              </a:ext>
            </a:extLst>
          </p:cNvPr>
          <p:cNvSpPr/>
          <p:nvPr/>
        </p:nvSpPr>
        <p:spPr>
          <a:xfrm>
            <a:off x="615950" y="184150"/>
            <a:ext cx="11169650" cy="46960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 결과</a:t>
            </a:r>
          </a:p>
        </p:txBody>
      </p:sp>
    </p:spTree>
    <p:extLst>
      <p:ext uri="{BB962C8B-B14F-4D97-AF65-F5344CB8AC3E}">
        <p14:creationId xmlns:p14="http://schemas.microsoft.com/office/powerpoint/2010/main" val="3948765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</TotalTime>
  <Words>263</Words>
  <Application>Microsoft Office PowerPoint</Application>
  <PresentationFormat>와이드스크린</PresentationFormat>
  <Paragraphs>125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RUCAS</dc:creator>
  <cp:lastModifiedBy>김 민준</cp:lastModifiedBy>
  <cp:revision>11</cp:revision>
  <dcterms:created xsi:type="dcterms:W3CDTF">2026-01-01T15:38:20Z</dcterms:created>
  <dcterms:modified xsi:type="dcterms:W3CDTF">2026-01-20T08:46:05Z</dcterms:modified>
</cp:coreProperties>
</file>