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CE3A1-C1AD-42E3-9266-210362363C22}" v="9" dt="2026-03-27T08:24:03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 민준" userId="3bcc5109-d0c7-417e-bb48-2e359482ecb5" providerId="ADAL" clId="{F8EA39A8-ECD6-43DC-884B-CE0C4C241F3B}"/>
    <pc:docChg chg="custSel addSld delSld modSld">
      <pc:chgData name="김 민준" userId="3bcc5109-d0c7-417e-bb48-2e359482ecb5" providerId="ADAL" clId="{F8EA39A8-ECD6-43DC-884B-CE0C4C241F3B}" dt="2026-03-27T08:24:22.495" v="465" actId="20577"/>
      <pc:docMkLst>
        <pc:docMk/>
      </pc:docMkLst>
      <pc:sldChg chg="del">
        <pc:chgData name="김 민준" userId="3bcc5109-d0c7-417e-bb48-2e359482ecb5" providerId="ADAL" clId="{F8EA39A8-ECD6-43DC-884B-CE0C4C241F3B}" dt="2026-03-27T01:21:25.772" v="0" actId="47"/>
        <pc:sldMkLst>
          <pc:docMk/>
          <pc:sldMk cId="638346319" sldId="256"/>
        </pc:sldMkLst>
      </pc:sldChg>
      <pc:sldChg chg="del">
        <pc:chgData name="김 민준" userId="3bcc5109-d0c7-417e-bb48-2e359482ecb5" providerId="ADAL" clId="{F8EA39A8-ECD6-43DC-884B-CE0C4C241F3B}" dt="2026-03-27T01:21:26.407" v="1" actId="47"/>
        <pc:sldMkLst>
          <pc:docMk/>
          <pc:sldMk cId="402181746" sldId="257"/>
        </pc:sldMkLst>
      </pc:sldChg>
      <pc:sldChg chg="modSp mod">
        <pc:chgData name="김 민준" userId="3bcc5109-d0c7-417e-bb48-2e359482ecb5" providerId="ADAL" clId="{F8EA39A8-ECD6-43DC-884B-CE0C4C241F3B}" dt="2026-03-27T08:24:22.495" v="465" actId="20577"/>
        <pc:sldMkLst>
          <pc:docMk/>
          <pc:sldMk cId="3265922522" sldId="258"/>
        </pc:sldMkLst>
        <pc:spChg chg="mod">
          <ac:chgData name="김 민준" userId="3bcc5109-d0c7-417e-bb48-2e359482ecb5" providerId="ADAL" clId="{F8EA39A8-ECD6-43DC-884B-CE0C4C241F3B}" dt="2026-03-27T08:24:22.495" v="465" actId="20577"/>
          <ac:spMkLst>
            <pc:docMk/>
            <pc:sldMk cId="3265922522" sldId="258"/>
            <ac:spMk id="7" creationId="{879A8C46-5E03-8917-E61E-73982783D0F8}"/>
          </ac:spMkLst>
        </pc:spChg>
      </pc:sldChg>
      <pc:sldChg chg="modSp mod">
        <pc:chgData name="김 민준" userId="3bcc5109-d0c7-417e-bb48-2e359482ecb5" providerId="ADAL" clId="{F8EA39A8-ECD6-43DC-884B-CE0C4C241F3B}" dt="2026-03-27T08:24:17.812" v="464" actId="20577"/>
        <pc:sldMkLst>
          <pc:docMk/>
          <pc:sldMk cId="1407169624" sldId="259"/>
        </pc:sldMkLst>
        <pc:spChg chg="mod">
          <ac:chgData name="김 민준" userId="3bcc5109-d0c7-417e-bb48-2e359482ecb5" providerId="ADAL" clId="{F8EA39A8-ECD6-43DC-884B-CE0C4C241F3B}" dt="2026-03-27T08:24:17.812" v="464" actId="20577"/>
          <ac:spMkLst>
            <pc:docMk/>
            <pc:sldMk cId="1407169624" sldId="259"/>
            <ac:spMk id="8" creationId="{24A032CA-C46D-E94E-FE35-175377CA1160}"/>
          </ac:spMkLst>
        </pc:spChg>
      </pc:sldChg>
      <pc:sldChg chg="addSp delSp modSp new mod">
        <pc:chgData name="김 민준" userId="3bcc5109-d0c7-417e-bb48-2e359482ecb5" providerId="ADAL" clId="{F8EA39A8-ECD6-43DC-884B-CE0C4C241F3B}" dt="2026-03-27T08:24:03.264" v="431"/>
        <pc:sldMkLst>
          <pc:docMk/>
          <pc:sldMk cId="1926019567" sldId="260"/>
        </pc:sldMkLst>
        <pc:spChg chg="del">
          <ac:chgData name="김 민준" userId="3bcc5109-d0c7-417e-bb48-2e359482ecb5" providerId="ADAL" clId="{F8EA39A8-ECD6-43DC-884B-CE0C4C241F3B}" dt="2026-03-27T01:21:32.496" v="4" actId="478"/>
          <ac:spMkLst>
            <pc:docMk/>
            <pc:sldMk cId="1926019567" sldId="260"/>
            <ac:spMk id="2" creationId="{F597264C-0AA0-266F-9D24-F9A557B01E41}"/>
          </ac:spMkLst>
        </pc:spChg>
        <pc:spChg chg="del">
          <ac:chgData name="김 민준" userId="3bcc5109-d0c7-417e-bb48-2e359482ecb5" providerId="ADAL" clId="{F8EA39A8-ECD6-43DC-884B-CE0C4C241F3B}" dt="2026-03-27T01:21:31.553" v="3" actId="478"/>
          <ac:spMkLst>
            <pc:docMk/>
            <pc:sldMk cId="1926019567" sldId="260"/>
            <ac:spMk id="3" creationId="{51F1E3DD-96C0-71D5-8403-4308889E8995}"/>
          </ac:spMkLst>
        </pc:spChg>
        <pc:spChg chg="add mod">
          <ac:chgData name="김 민준" userId="3bcc5109-d0c7-417e-bb48-2e359482ecb5" providerId="ADAL" clId="{F8EA39A8-ECD6-43DC-884B-CE0C4C241F3B}" dt="2026-03-27T01:21:48.988" v="10" actId="14100"/>
          <ac:spMkLst>
            <pc:docMk/>
            <pc:sldMk cId="1926019567" sldId="260"/>
            <ac:spMk id="6" creationId="{BEB54810-75A8-EDCC-AB93-FA5290B9A3B6}"/>
          </ac:spMkLst>
        </pc:spChg>
        <pc:spChg chg="add mod">
          <ac:chgData name="김 민준" userId="3bcc5109-d0c7-417e-bb48-2e359482ecb5" providerId="ADAL" clId="{F8EA39A8-ECD6-43DC-884B-CE0C4C241F3B}" dt="2026-03-27T01:21:54.438" v="12" actId="14100"/>
          <ac:spMkLst>
            <pc:docMk/>
            <pc:sldMk cId="1926019567" sldId="260"/>
            <ac:spMk id="7" creationId="{C5C9BA61-525E-5DF3-48FA-5737CCF8A4D4}"/>
          </ac:spMkLst>
        </pc:spChg>
        <pc:spChg chg="add mod">
          <ac:chgData name="김 민준" userId="3bcc5109-d0c7-417e-bb48-2e359482ecb5" providerId="ADAL" clId="{F8EA39A8-ECD6-43DC-884B-CE0C4C241F3B}" dt="2026-03-27T08:24:03.264" v="431"/>
          <ac:spMkLst>
            <pc:docMk/>
            <pc:sldMk cId="1926019567" sldId="260"/>
            <ac:spMk id="8" creationId="{296B6DF4-0A85-8C6C-FC67-63D56BD5B181}"/>
          </ac:spMkLst>
        </pc:spChg>
        <pc:picChg chg="add mod">
          <ac:chgData name="김 민준" userId="3bcc5109-d0c7-417e-bb48-2e359482ecb5" providerId="ADAL" clId="{F8EA39A8-ECD6-43DC-884B-CE0C4C241F3B}" dt="2026-03-27T01:21:36.068" v="7" actId="14100"/>
          <ac:picMkLst>
            <pc:docMk/>
            <pc:sldMk cId="1926019567" sldId="260"/>
            <ac:picMk id="5" creationId="{D59B7268-A582-EDAA-29D4-C20A530C6869}"/>
          </ac:picMkLst>
        </pc:picChg>
      </pc:sldChg>
      <pc:sldChg chg="addSp delSp modSp new mod">
        <pc:chgData name="김 민준" userId="3bcc5109-d0c7-417e-bb48-2e359482ecb5" providerId="ADAL" clId="{F8EA39A8-ECD6-43DC-884B-CE0C4C241F3B}" dt="2026-03-27T02:13:53.386" v="381" actId="14100"/>
        <pc:sldMkLst>
          <pc:docMk/>
          <pc:sldMk cId="2928052320" sldId="261"/>
        </pc:sldMkLst>
        <pc:spChg chg="del">
          <ac:chgData name="김 민준" userId="3bcc5109-d0c7-417e-bb48-2e359482ecb5" providerId="ADAL" clId="{F8EA39A8-ECD6-43DC-884B-CE0C4C241F3B}" dt="2026-03-27T02:06:07.773" v="245" actId="478"/>
          <ac:spMkLst>
            <pc:docMk/>
            <pc:sldMk cId="2928052320" sldId="261"/>
            <ac:spMk id="2" creationId="{7B10FC6D-B19B-C131-4C05-E37F6E1F762B}"/>
          </ac:spMkLst>
        </pc:spChg>
        <pc:spChg chg="del">
          <ac:chgData name="김 민준" userId="3bcc5109-d0c7-417e-bb48-2e359482ecb5" providerId="ADAL" clId="{F8EA39A8-ECD6-43DC-884B-CE0C4C241F3B}" dt="2026-03-27T02:06:05.982" v="244" actId="478"/>
          <ac:spMkLst>
            <pc:docMk/>
            <pc:sldMk cId="2928052320" sldId="261"/>
            <ac:spMk id="3" creationId="{68AB237E-C6D6-234C-DE5C-D4E0614DBC18}"/>
          </ac:spMkLst>
        </pc:spChg>
        <pc:spChg chg="add mod">
          <ac:chgData name="김 민준" userId="3bcc5109-d0c7-417e-bb48-2e359482ecb5" providerId="ADAL" clId="{F8EA39A8-ECD6-43DC-884B-CE0C4C241F3B}" dt="2026-03-27T02:13:53.386" v="381" actId="14100"/>
          <ac:spMkLst>
            <pc:docMk/>
            <pc:sldMk cId="2928052320" sldId="261"/>
            <ac:spMk id="8" creationId="{192DF374-2FC2-2EAA-61E4-DFD56A881902}"/>
          </ac:spMkLst>
        </pc:spChg>
        <pc:spChg chg="add mod">
          <ac:chgData name="김 민준" userId="3bcc5109-d0c7-417e-bb48-2e359482ecb5" providerId="ADAL" clId="{F8EA39A8-ECD6-43DC-884B-CE0C4C241F3B}" dt="2026-03-27T02:07:57.780" v="380" actId="20577"/>
          <ac:spMkLst>
            <pc:docMk/>
            <pc:sldMk cId="2928052320" sldId="261"/>
            <ac:spMk id="9" creationId="{F0593208-515E-F14F-6822-2782797F5C48}"/>
          </ac:spMkLst>
        </pc:spChg>
        <pc:picChg chg="add mod">
          <ac:chgData name="김 민준" userId="3bcc5109-d0c7-417e-bb48-2e359482ecb5" providerId="ADAL" clId="{F8EA39A8-ECD6-43DC-884B-CE0C4C241F3B}" dt="2026-03-27T02:06:10.679" v="248" actId="1076"/>
          <ac:picMkLst>
            <pc:docMk/>
            <pc:sldMk cId="2928052320" sldId="261"/>
            <ac:picMk id="5" creationId="{86009C71-7602-F4DA-2010-CF59E56AC6C1}"/>
          </ac:picMkLst>
        </pc:picChg>
        <pc:picChg chg="add mod">
          <ac:chgData name="김 민준" userId="3bcc5109-d0c7-417e-bb48-2e359482ecb5" providerId="ADAL" clId="{F8EA39A8-ECD6-43DC-884B-CE0C4C241F3B}" dt="2026-03-27T02:06:30.142" v="252" actId="1076"/>
          <ac:picMkLst>
            <pc:docMk/>
            <pc:sldMk cId="2928052320" sldId="261"/>
            <ac:picMk id="7" creationId="{7C40D65E-B28F-B731-C412-F95217251F6A}"/>
          </ac:picMkLst>
        </pc:picChg>
      </pc:sldChg>
      <pc:sldChg chg="addSp delSp modSp new mod">
        <pc:chgData name="김 민준" userId="3bcc5109-d0c7-417e-bb48-2e359482ecb5" providerId="ADAL" clId="{F8EA39A8-ECD6-43DC-884B-CE0C4C241F3B}" dt="2026-03-27T08:23:55.478" v="424" actId="1076"/>
        <pc:sldMkLst>
          <pc:docMk/>
          <pc:sldMk cId="2831129393" sldId="262"/>
        </pc:sldMkLst>
        <pc:spChg chg="del">
          <ac:chgData name="김 민준" userId="3bcc5109-d0c7-417e-bb48-2e359482ecb5" providerId="ADAL" clId="{F8EA39A8-ECD6-43DC-884B-CE0C4C241F3B}" dt="2026-03-27T08:23:24.810" v="383" actId="478"/>
          <ac:spMkLst>
            <pc:docMk/>
            <pc:sldMk cId="2831129393" sldId="262"/>
            <ac:spMk id="2" creationId="{F0875A34-4CE0-EF1B-5B76-C23A8FAEB456}"/>
          </ac:spMkLst>
        </pc:spChg>
        <pc:spChg chg="del">
          <ac:chgData name="김 민준" userId="3bcc5109-d0c7-417e-bb48-2e359482ecb5" providerId="ADAL" clId="{F8EA39A8-ECD6-43DC-884B-CE0C4C241F3B}" dt="2026-03-27T08:23:25.898" v="384" actId="478"/>
          <ac:spMkLst>
            <pc:docMk/>
            <pc:sldMk cId="2831129393" sldId="262"/>
            <ac:spMk id="3" creationId="{8A68C856-F5F3-9FCA-7EBF-F9CB3F4B86E3}"/>
          </ac:spMkLst>
        </pc:spChg>
        <pc:spChg chg="add mod">
          <ac:chgData name="김 민준" userId="3bcc5109-d0c7-417e-bb48-2e359482ecb5" providerId="ADAL" clId="{F8EA39A8-ECD6-43DC-884B-CE0C4C241F3B}" dt="2026-03-27T08:23:41.208" v="389" actId="14100"/>
          <ac:spMkLst>
            <pc:docMk/>
            <pc:sldMk cId="2831129393" sldId="262"/>
            <ac:spMk id="6" creationId="{73F51B03-DE2E-4466-7A21-51B0CE36F59D}"/>
          </ac:spMkLst>
        </pc:spChg>
        <pc:spChg chg="add mod">
          <ac:chgData name="김 민준" userId="3bcc5109-d0c7-417e-bb48-2e359482ecb5" providerId="ADAL" clId="{F8EA39A8-ECD6-43DC-884B-CE0C4C241F3B}" dt="2026-03-27T08:23:55.478" v="424" actId="1076"/>
          <ac:spMkLst>
            <pc:docMk/>
            <pc:sldMk cId="2831129393" sldId="262"/>
            <ac:spMk id="7" creationId="{7273F4C1-C1DF-34A1-3037-3D634DC45F78}"/>
          </ac:spMkLst>
        </pc:spChg>
        <pc:picChg chg="add">
          <ac:chgData name="김 민준" userId="3bcc5109-d0c7-417e-bb48-2e359482ecb5" providerId="ADAL" clId="{F8EA39A8-ECD6-43DC-884B-CE0C4C241F3B}" dt="2026-03-27T08:23:26.882" v="385" actId="22"/>
          <ac:picMkLst>
            <pc:docMk/>
            <pc:sldMk cId="2831129393" sldId="262"/>
            <ac:picMk id="5" creationId="{18D3B35F-B6D9-75E3-08FC-0285EB5A00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B579F-7064-6A83-AB92-F56B5E5583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685D97-B8A0-A39F-00CA-0D988A555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CC85B-9987-09D1-9C6E-7B6B0B3C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7C8FF-2361-3688-F36E-820F6A1B3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F6497-6200-CA1A-FD5C-C2758C1F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20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AAA2-8630-0628-DF6E-23EF4CCF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4B8CAD-FB3B-FE9B-560E-1D55D32A6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47C342-D547-A368-618B-BEE8D63CA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E7333F-5201-DA2B-75F8-3D9AD094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3AE0ED-4AA5-E217-2970-177EFBB0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43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CACEC0-68FB-C615-3A59-0F27D085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0BA740-5CAF-13BF-3607-F4DD5DBDF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BBF7D-A678-C69D-E8A4-B8F6E1E4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50D49F-07E3-F54B-FF68-64679138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D029D-5985-686E-D3CD-85364569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76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8D34A-B154-1C48-0115-EED9489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B55599-E1CE-3188-54A1-7B75378B5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50FF91-320E-1FC5-59FF-4123A0983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D80012-F6FC-6625-238F-590995C5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16CBD5-61E8-B876-AD9B-0D1067F5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E3EA4-17F8-5601-5274-6F52EF8B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70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C795-BCFD-D7D8-48CD-27063BED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5A105-11D8-757E-E9BA-571B36D27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90407F-3C22-DD71-A287-AB74CB3C9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8C9776-0B03-0B94-2821-745770ADC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991D1A0-9E9B-2509-A364-57E627636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4EB99E-B448-DE15-BB63-7A858DF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43A1E8-9BB4-F2D1-6C29-9766A27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A9802A-3684-7B73-0920-C284EF27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259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15B455-FF8E-58B8-2971-EBCA5FAF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ECFE5B-3C1A-4955-A03C-F20CB427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6ECC35-4B4D-DB3B-45DD-F8899093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6B177-FE00-D40B-26CF-606A06F5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9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DEB528-5C34-AA6A-F863-936DC486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327157-E1D0-1C18-7D9B-F978FF09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3A89FA-47C0-FA14-D4FB-73904442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9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1076E-8DD7-BBC5-9D14-C75C9F7E2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2A827-5E79-71DD-061E-7F615F7F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107811-321B-BE6A-9DB8-0578DE2A7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CC4952-EC13-91FB-0E87-4DF4858B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5FC9F6-2774-D7A1-74F9-E06629E7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2121FD-890C-9B5B-98FB-296379A4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86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1207E-626D-DECC-EB61-50B16C1D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D976C2-BB54-877E-F5FA-15E0503855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4FF91F-DA70-2659-9663-40A557830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922D80-7C83-A4A6-4BC0-081E15F4C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C7A9BE-36FF-4468-3E20-62ED2499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4DBF8-B90B-5842-6894-2C108E146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0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211A2-5537-1C05-3149-4A475083F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D24C85-C028-F8C8-8959-F4C8B2493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7BBAFC-1DE6-3329-26B3-A570BF36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34E67-330F-9A4C-1583-6B8912276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66E466-EB98-8D2D-D3F0-AAD516F5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167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BAF677-5FFA-E444-2702-10A416F76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C052B-76B8-C74E-ACFC-783F59013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E52A98-5DC0-D374-B18F-DFFB78E1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55E53-F0AC-7CDC-5CAB-19FB5507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C5B9D-45C5-5587-08FE-2DADA4106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1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8E75AA-BD8C-0B6E-9C4E-C7096278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15C459-7E61-603B-AC33-22DFC700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68617E-9BAE-043E-72E3-8B625254D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5D9D8-BD17-40B8-BB02-6D6875C52AA8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E34BA1-8A31-4916-81E9-D8FAD9F1A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B6B4D-8740-7F60-0BA2-DCF373D25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A8B23B-226E-4B35-BFD9-A0043D72A8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45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65E03-E28D-0C80-790D-D4F05645E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02675-BC90-7AE1-8A03-3FC138462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01AD2D-B25D-767A-9D93-54546B77B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4470"/>
            <a:ext cx="12192000" cy="546905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5530EAF-DC7D-A550-1140-153285ADE6E2}"/>
              </a:ext>
            </a:extLst>
          </p:cNvPr>
          <p:cNvSpPr/>
          <p:nvPr/>
        </p:nvSpPr>
        <p:spPr>
          <a:xfrm>
            <a:off x="1504950" y="3429000"/>
            <a:ext cx="3219450" cy="1562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9A8C46-5E03-8917-E61E-73982783D0F8}"/>
              </a:ext>
            </a:extLst>
          </p:cNvPr>
          <p:cNvSpPr txBox="1"/>
          <p:nvPr/>
        </p:nvSpPr>
        <p:spPr>
          <a:xfrm>
            <a:off x="4202545" y="2826327"/>
            <a:ext cx="5046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연도를 추가해도 추가되지 않습니다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/>
              <a:t>(2027</a:t>
            </a:r>
            <a:r>
              <a:rPr lang="ko-KR" altLang="en-US" dirty="0"/>
              <a:t>년을 추가했지만 </a:t>
            </a:r>
            <a:r>
              <a:rPr lang="en-US" altLang="ko-KR" dirty="0"/>
              <a:t>2026</a:t>
            </a:r>
            <a:r>
              <a:rPr lang="ko-KR" altLang="en-US" dirty="0" err="1"/>
              <a:t>년까지만</a:t>
            </a:r>
            <a:r>
              <a:rPr lang="ko-KR" altLang="en-US" dirty="0"/>
              <a:t> 나옵니다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5922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EE6F0-A159-352B-ADF2-E102A91B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FED02-1990-2125-EBF8-1A78F015F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68F713-073A-D0D7-38EA-BAA11C9F6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968"/>
            <a:ext cx="12192000" cy="570606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664A3EF-066F-3BC8-87F2-2107A03340C2}"/>
              </a:ext>
            </a:extLst>
          </p:cNvPr>
          <p:cNvSpPr/>
          <p:nvPr/>
        </p:nvSpPr>
        <p:spPr>
          <a:xfrm>
            <a:off x="1562100" y="4657725"/>
            <a:ext cx="4924425" cy="638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5F6F3A-2553-2A50-9F65-83020743BBC2}"/>
              </a:ext>
            </a:extLst>
          </p:cNvPr>
          <p:cNvSpPr/>
          <p:nvPr/>
        </p:nvSpPr>
        <p:spPr>
          <a:xfrm>
            <a:off x="7006937" y="4422198"/>
            <a:ext cx="4924425" cy="638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032CA-C46D-E94E-FE35-175377CA1160}"/>
              </a:ext>
            </a:extLst>
          </p:cNvPr>
          <p:cNvSpPr txBox="1"/>
          <p:nvPr/>
        </p:nvSpPr>
        <p:spPr>
          <a:xfrm>
            <a:off x="5588000" y="5634182"/>
            <a:ext cx="421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기간 번역 필요</a:t>
            </a:r>
            <a:r>
              <a:rPr lang="en-US" altLang="ko-KR" dirty="0"/>
              <a:t>Q1~4(1~4</a:t>
            </a:r>
            <a:r>
              <a:rPr lang="ko-KR" altLang="en-US" dirty="0"/>
              <a:t>분기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7169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9B7268-A582-EDAA-29D4-C20A530C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702" y="1586841"/>
            <a:ext cx="9131013" cy="342850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EB54810-75A8-EDCC-AB93-FA5290B9A3B6}"/>
              </a:ext>
            </a:extLst>
          </p:cNvPr>
          <p:cNvSpPr/>
          <p:nvPr/>
        </p:nvSpPr>
        <p:spPr>
          <a:xfrm>
            <a:off x="908702" y="1586841"/>
            <a:ext cx="9131013" cy="694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C9BA61-525E-5DF3-48FA-5737CCF8A4D4}"/>
              </a:ext>
            </a:extLst>
          </p:cNvPr>
          <p:cNvSpPr/>
          <p:nvPr/>
        </p:nvSpPr>
        <p:spPr>
          <a:xfrm>
            <a:off x="908702" y="2953821"/>
            <a:ext cx="9131013" cy="2061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B6DF4-0A85-8C6C-FC67-63D56BD5B181}"/>
              </a:ext>
            </a:extLst>
          </p:cNvPr>
          <p:cNvSpPr txBox="1"/>
          <p:nvPr/>
        </p:nvSpPr>
        <p:spPr>
          <a:xfrm>
            <a:off x="1505527" y="5166897"/>
            <a:ext cx="6889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FAQ </a:t>
            </a:r>
            <a:r>
              <a:rPr lang="ko-KR" altLang="en-US" dirty="0"/>
              <a:t>신규 </a:t>
            </a:r>
            <a:r>
              <a:rPr lang="ko-KR" altLang="en-US" dirty="0" err="1"/>
              <a:t>등록시</a:t>
            </a:r>
            <a:r>
              <a:rPr lang="ko-KR" altLang="en-US" dirty="0"/>
              <a:t> 일반 문의 제외하고 카테고리 분류가 영어로 됨</a:t>
            </a:r>
          </a:p>
        </p:txBody>
      </p:sp>
    </p:spTree>
    <p:extLst>
      <p:ext uri="{BB962C8B-B14F-4D97-AF65-F5344CB8AC3E}">
        <p14:creationId xmlns:p14="http://schemas.microsoft.com/office/powerpoint/2010/main" val="1926019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009C71-7602-F4DA-2010-CF59E56AC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93" y="347967"/>
            <a:ext cx="4165814" cy="50167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40D65E-B28F-B731-C412-F95217251F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725" y="347967"/>
            <a:ext cx="4248368" cy="556288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92DF374-2FC2-2EAA-61E4-DFD56A881902}"/>
              </a:ext>
            </a:extLst>
          </p:cNvPr>
          <p:cNvSpPr/>
          <p:nvPr/>
        </p:nvSpPr>
        <p:spPr>
          <a:xfrm>
            <a:off x="4802910" y="1246910"/>
            <a:ext cx="3149600" cy="4156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593208-515E-F14F-6822-2782797F5C48}"/>
              </a:ext>
            </a:extLst>
          </p:cNvPr>
          <p:cNvSpPr txBox="1"/>
          <p:nvPr/>
        </p:nvSpPr>
        <p:spPr>
          <a:xfrm>
            <a:off x="1154868" y="6263668"/>
            <a:ext cx="756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지원사업 </a:t>
            </a:r>
            <a:r>
              <a:rPr lang="ko-KR" altLang="en-US" dirty="0" err="1"/>
              <a:t>신청시</a:t>
            </a:r>
            <a:r>
              <a:rPr lang="ko-KR" altLang="en-US" dirty="0"/>
              <a:t> 담당자 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) </a:t>
            </a:r>
            <a:r>
              <a:rPr lang="ko-KR" altLang="en-US" dirty="0"/>
              <a:t>관리자페이지로 </a:t>
            </a:r>
            <a:r>
              <a:rPr lang="ko-KR" altLang="en-US" dirty="0" err="1"/>
              <a:t>안넘어옴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805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D3B35F-B6D9-75E3-08FC-0285EB5A0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54" y="793614"/>
            <a:ext cx="10547892" cy="52707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3F51B03-DE2E-4466-7A21-51B0CE36F59D}"/>
              </a:ext>
            </a:extLst>
          </p:cNvPr>
          <p:cNvSpPr/>
          <p:nvPr/>
        </p:nvSpPr>
        <p:spPr>
          <a:xfrm>
            <a:off x="2429164" y="5329381"/>
            <a:ext cx="8793017" cy="6280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3F4C1-C1DF-34A1-3037-3D634DC45F78}"/>
              </a:ext>
            </a:extLst>
          </p:cNvPr>
          <p:cNvSpPr txBox="1"/>
          <p:nvPr/>
        </p:nvSpPr>
        <p:spPr>
          <a:xfrm>
            <a:off x="5930068" y="6134359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총 인원 합산 안됨</a:t>
            </a:r>
          </a:p>
        </p:txBody>
      </p:sp>
    </p:spTree>
    <p:extLst>
      <p:ext uri="{BB962C8B-B14F-4D97-AF65-F5344CB8AC3E}">
        <p14:creationId xmlns:p14="http://schemas.microsoft.com/office/powerpoint/2010/main" val="2831129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A61F2EEA683E34CB1E382BD049243CF" ma:contentTypeVersion="4" ma:contentTypeDescription="새 문서를 만듭니다." ma:contentTypeScope="" ma:versionID="4f542e8c4051a452331172a9cdbcb149">
  <xsd:schema xmlns:xsd="http://www.w3.org/2001/XMLSchema" xmlns:xs="http://www.w3.org/2001/XMLSchema" xmlns:p="http://schemas.microsoft.com/office/2006/metadata/properties" xmlns:ns3="dac57462-1780-4f40-af7f-ea846dd31137" targetNamespace="http://schemas.microsoft.com/office/2006/metadata/properties" ma:root="true" ma:fieldsID="ea54adca4347cb33544f8271bf414c5b" ns3:_="">
    <xsd:import namespace="dac57462-1780-4f40-af7f-ea846dd311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c57462-1780-4f40-af7f-ea846dd311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02A65D-7DEF-4D6B-8FE0-52FF09B00B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90E43F-7B2E-436A-A059-923A50F4C87F}">
  <ds:schemaRefs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ac57462-1780-4f40-af7f-ea846dd31137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712756A-54C1-4E9F-93F4-321D32E89B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c57462-1780-4f40-af7f-ea846dd311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44</Words>
  <Application>Microsoft Office PowerPoint</Application>
  <PresentationFormat>와이드스크린</PresentationFormat>
  <Paragraphs>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choeyohan</dc:creator>
  <cp:lastModifiedBy>김 민준</cp:lastModifiedBy>
  <cp:revision>1</cp:revision>
  <dcterms:created xsi:type="dcterms:W3CDTF">2026-03-25T00:13:52Z</dcterms:created>
  <dcterms:modified xsi:type="dcterms:W3CDTF">2026-03-27T08:24:25Z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0x010100AA61F2EEA683E34CB1E382BD049243CF</vt:lpwstr>
  </property>
</Properties>
</file>