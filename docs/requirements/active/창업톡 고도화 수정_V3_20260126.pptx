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6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D258A-C330-112B-7597-19B59EA09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E214D9-D41F-62BC-8F4C-8FDA863AB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1C9BD4-77D4-9EC9-A5A3-347BD781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3B0D7-F316-D6F6-7555-C6B88AC8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DFCCB2-99B8-B629-3F4C-72C6D54F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5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F2CA3A-49D3-0933-F5D2-24256FC3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1C1224-959B-FE4C-F462-A9C5DD709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F8FBFE-2FB8-2E44-C017-1363CA70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B7062A-BF9C-57B4-EAC2-7E84266C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90BB49-1AE4-3748-D307-B05E5CEA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59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D5D44-1A2C-D1F0-ABD4-84CDABA8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462F15-FFC4-B89B-E78E-449056B11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1CF820-D466-B916-A4C1-2D691711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A44100-CECC-63F2-9709-E14BF667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12FD64-61C7-7F46-6D18-AE1A8BFD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844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65A69-DA34-EB2A-2798-C0308448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C1582B-223A-CC3B-B6F3-CD2384BD8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0B6E6A-4C1A-7F73-5B90-23E740C5C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C1B0E6-03E7-52F0-8852-A24EC958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B07C44-E4F1-E846-31FA-ADEC7593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FBC510-822D-1358-53A2-05A41848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169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FE61D-0E5A-DB59-A05F-001F77C4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8CE1B7-F8A1-D267-E352-FC2E8903D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64494E-4F21-B7DE-08FE-D9005327F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94DB817-8A98-17EC-246E-5CADC339A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521F7A-A567-CCA0-7501-E032DC46D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43C240A-6ED5-3EB5-7DCC-C09CBEF3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D5366A-A084-4384-B715-51F00EFF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16A665-90CF-9CBD-E7B8-677A6B7A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14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C017D-A761-28D1-E3B8-39034E394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C13B23-D8BA-9D5A-E1AA-8E003485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D04E7C-EF52-DCFB-1BDB-3053E38E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CE786D-428E-EBCF-9FAE-3AF35483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56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47A1BD-34F1-401E-878A-D434CC714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AE5274-C9FE-0D36-F869-91F4EDA2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BC901-C5D9-32F3-864C-8C48FD15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719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10E05-AB78-3648-78D1-A0471818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368703-1323-07FE-8CA8-B49F085CD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B29A8F-3630-9995-D487-0ACD1FC5D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547235-ECD6-0E56-84F6-2DF8DF1B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52F082-C898-939B-CD30-FA686272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673557-E392-3AF9-6B36-FE04467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60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727F1-5C48-C3DE-9C83-845080F1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F492DBB-757A-73E5-E3C8-D8AAB301A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6A888D-B2C2-AF65-DB7B-F39EB8651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0A5C8B-2340-3527-B72D-CBADB347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5BEF4D-283E-4FF5-128E-FDBB54E5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60182-3A0E-846C-7C6B-80C942EF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40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BE78F-4214-71F9-52A7-FA25427B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EB73AF-5327-05C8-8B5E-2B358E9A0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8C9D11-5779-3B7E-3D08-4089F611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B0515-6BC7-D01E-72D6-519EBA616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0F806-B59D-EEF6-19FD-1EC07AE3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39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A1BC65-5EE6-5E7E-8F90-25A765EAA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F1E8D8-69F3-F20B-012D-F1CCDA5CA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96941-C3A6-C00E-E4F0-CA22D6E5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FAD91F-7DA4-17C5-D279-94E54651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48DCC6-F6EB-D43E-FC3C-1FD8DBB4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0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E30688-1370-254F-44AF-6394A3282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289997-4E42-C044-B490-5050BFA59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81D9AA-091B-93CC-0A70-9112606D4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7CD3D-5912-429C-876C-55916A743148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E34C0A-E17B-D18F-C5E8-F53FFB966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648786-EA1B-4AB9-C3FD-65FB2FDDB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8348C-3413-46C8-998C-4FA04A27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33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E6B9F0-746D-2B5B-2E41-FFBEA0AB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942" y="1197764"/>
            <a:ext cx="2425825" cy="298465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C907FA2-7579-E557-3BD8-FB4D823AD848}"/>
              </a:ext>
            </a:extLst>
          </p:cNvPr>
          <p:cNvSpPr/>
          <p:nvPr/>
        </p:nvSpPr>
        <p:spPr>
          <a:xfrm>
            <a:off x="3001818" y="3860800"/>
            <a:ext cx="618837" cy="3216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1AEE1C-C2B8-734A-1F4B-5B51281074C4}"/>
              </a:ext>
            </a:extLst>
          </p:cNvPr>
          <p:cNvSpPr/>
          <p:nvPr/>
        </p:nvSpPr>
        <p:spPr>
          <a:xfrm>
            <a:off x="4701309" y="3362037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회원가입 </a:t>
            </a:r>
            <a:r>
              <a:rPr lang="ko-KR" altLang="en-US" dirty="0" err="1"/>
              <a:t>클릭시</a:t>
            </a:r>
            <a:r>
              <a:rPr lang="ko-KR" altLang="en-US" dirty="0"/>
              <a:t> 이동 안됨</a:t>
            </a:r>
          </a:p>
        </p:txBody>
      </p:sp>
    </p:spTree>
    <p:extLst>
      <p:ext uri="{BB962C8B-B14F-4D97-AF65-F5344CB8AC3E}">
        <p14:creationId xmlns:p14="http://schemas.microsoft.com/office/powerpoint/2010/main" val="3156920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662438-D21E-FEDC-5D43-2D0871059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73" y="506456"/>
            <a:ext cx="9004763" cy="390545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0F063FA-CA89-AA25-998D-2862810E252F}"/>
              </a:ext>
            </a:extLst>
          </p:cNvPr>
          <p:cNvSpPr/>
          <p:nvPr/>
        </p:nvSpPr>
        <p:spPr>
          <a:xfrm>
            <a:off x="692727" y="3722255"/>
            <a:ext cx="969818" cy="4525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FBA726-BB88-4526-CA0D-3B250A357F50}"/>
              </a:ext>
            </a:extLst>
          </p:cNvPr>
          <p:cNvSpPr/>
          <p:nvPr/>
        </p:nvSpPr>
        <p:spPr>
          <a:xfrm>
            <a:off x="240147" y="5144657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지원사업 </a:t>
            </a:r>
            <a:r>
              <a:rPr lang="en-US" altLang="ko-KR" dirty="0"/>
              <a:t>&gt; </a:t>
            </a:r>
            <a:r>
              <a:rPr lang="ko-KR" altLang="en-US" dirty="0"/>
              <a:t>프로그램 선택 </a:t>
            </a:r>
            <a:r>
              <a:rPr lang="en-US" altLang="ko-KR" dirty="0"/>
              <a:t>&gt; </a:t>
            </a:r>
            <a:r>
              <a:rPr lang="ko-KR" altLang="en-US" dirty="0"/>
              <a:t>프로그램 신청</a:t>
            </a:r>
            <a:endParaRPr lang="en-US" altLang="ko-KR" dirty="0"/>
          </a:p>
          <a:p>
            <a:pPr algn="ctr"/>
            <a:r>
              <a:rPr lang="ko-KR" altLang="en-US" dirty="0"/>
              <a:t>클릭 시 신청 화면이 아니라 지원사업 목록 페이지로 이동됨</a:t>
            </a:r>
          </a:p>
        </p:txBody>
      </p:sp>
      <p:pic>
        <p:nvPicPr>
          <p:cNvPr id="9" name="그림 8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3F79AD-E51A-07F6-37A7-2EEF7464B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981" y="1998859"/>
            <a:ext cx="4267419" cy="4642089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72400A33-EE95-AC06-AB2B-587E3012EC10}"/>
              </a:ext>
            </a:extLst>
          </p:cNvPr>
          <p:cNvSpPr/>
          <p:nvPr/>
        </p:nvSpPr>
        <p:spPr>
          <a:xfrm>
            <a:off x="2017799" y="3922379"/>
            <a:ext cx="4885981" cy="452582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46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0F3A04-F5E0-1CBB-D706-2FA226877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07" y="287654"/>
            <a:ext cx="4248368" cy="452778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5F0C036-D28C-3C56-6E93-9C9BF4DABB80}"/>
              </a:ext>
            </a:extLst>
          </p:cNvPr>
          <p:cNvSpPr/>
          <p:nvPr/>
        </p:nvSpPr>
        <p:spPr>
          <a:xfrm>
            <a:off x="4082294" y="4387273"/>
            <a:ext cx="471234" cy="428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F1BB33-9B18-F59A-5720-4EB7261AE934}"/>
              </a:ext>
            </a:extLst>
          </p:cNvPr>
          <p:cNvSpPr/>
          <p:nvPr/>
        </p:nvSpPr>
        <p:spPr>
          <a:xfrm>
            <a:off x="5440218" y="1803399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제출 버튼 누르면 잠시 중국어 생김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D2B9C-06BF-2572-3B77-BCCFF630CA2F}"/>
              </a:ext>
            </a:extLst>
          </p:cNvPr>
          <p:cNvSpPr/>
          <p:nvPr/>
        </p:nvSpPr>
        <p:spPr>
          <a:xfrm>
            <a:off x="5440217" y="3558311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첨부파일에 </a:t>
            </a:r>
            <a:r>
              <a:rPr lang="en-US" altLang="ko-KR" dirty="0"/>
              <a:t>pdf, jpg, </a:t>
            </a:r>
            <a:r>
              <a:rPr lang="en-US" altLang="ko-KR" dirty="0" err="1"/>
              <a:t>png</a:t>
            </a:r>
            <a:r>
              <a:rPr lang="ko-KR" altLang="en-US" dirty="0"/>
              <a:t>만</a:t>
            </a:r>
            <a:r>
              <a:rPr lang="en-US" altLang="ko-KR" dirty="0"/>
              <a:t> </a:t>
            </a:r>
            <a:r>
              <a:rPr lang="ko-KR" altLang="en-US" dirty="0"/>
              <a:t>올라감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hwp</a:t>
            </a:r>
            <a:r>
              <a:rPr lang="en-US" altLang="ko-KR" dirty="0"/>
              <a:t>, txt, xlsx </a:t>
            </a:r>
            <a:r>
              <a:rPr lang="ko-KR" altLang="en-US" dirty="0"/>
              <a:t>안됨</a:t>
            </a:r>
            <a:r>
              <a:rPr lang="en-US" altLang="ko-KR" dirty="0"/>
              <a:t>) Request failed with status code 400</a:t>
            </a:r>
            <a:br>
              <a:rPr lang="en-US" altLang="ko-KR" dirty="0"/>
            </a:br>
            <a:r>
              <a:rPr lang="ko-KR" altLang="en-US" dirty="0"/>
              <a:t>사업공고 생성시 마찬가지</a:t>
            </a:r>
          </a:p>
        </p:txBody>
      </p:sp>
    </p:spTree>
    <p:extLst>
      <p:ext uri="{BB962C8B-B14F-4D97-AF65-F5344CB8AC3E}">
        <p14:creationId xmlns:p14="http://schemas.microsoft.com/office/powerpoint/2010/main" val="337560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3E11E-F2FD-B0C7-219B-9477D0BAB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07" y="539643"/>
            <a:ext cx="8680896" cy="415311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D46A15F-D81D-4A38-50D0-055272F4726F}"/>
              </a:ext>
            </a:extLst>
          </p:cNvPr>
          <p:cNvSpPr/>
          <p:nvPr/>
        </p:nvSpPr>
        <p:spPr>
          <a:xfrm>
            <a:off x="4100945" y="4962235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성과 </a:t>
            </a:r>
            <a:r>
              <a:rPr lang="ko-KR" altLang="en-US" dirty="0" err="1"/>
              <a:t>입력시</a:t>
            </a:r>
            <a:r>
              <a:rPr lang="ko-KR" altLang="en-US" dirty="0"/>
              <a:t> 제출 버튼 누르면 중국어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49DC59-D5D0-59D5-E6CA-0D4B6DB2FA76}"/>
              </a:ext>
            </a:extLst>
          </p:cNvPr>
          <p:cNvSpPr/>
          <p:nvPr/>
        </p:nvSpPr>
        <p:spPr>
          <a:xfrm>
            <a:off x="8626585" y="1117600"/>
            <a:ext cx="553718" cy="428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382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7F2435-26B1-6288-5933-242E9B8B1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32" y="369392"/>
            <a:ext cx="8611043" cy="23877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9F77A7-187B-F908-E767-E605B8A88D0C}"/>
              </a:ext>
            </a:extLst>
          </p:cNvPr>
          <p:cNvSpPr/>
          <p:nvPr/>
        </p:nvSpPr>
        <p:spPr>
          <a:xfrm>
            <a:off x="544944" y="1861127"/>
            <a:ext cx="4193309" cy="563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36C94E-899F-4891-EF22-A0EE552FC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054" y="2290608"/>
            <a:ext cx="7763165" cy="428609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983F71D-6C42-E35F-6999-CFA59F274997}"/>
              </a:ext>
            </a:extLst>
          </p:cNvPr>
          <p:cNvSpPr/>
          <p:nvPr/>
        </p:nvSpPr>
        <p:spPr>
          <a:xfrm>
            <a:off x="4687453" y="4544291"/>
            <a:ext cx="3736111" cy="563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273D27-4094-F9AE-39CD-ED8391D0C389}"/>
              </a:ext>
            </a:extLst>
          </p:cNvPr>
          <p:cNvSpPr/>
          <p:nvPr/>
        </p:nvSpPr>
        <p:spPr>
          <a:xfrm>
            <a:off x="432733" y="2946400"/>
            <a:ext cx="3936068" cy="1390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경영성과 </a:t>
            </a:r>
            <a:r>
              <a:rPr lang="en-US" altLang="ko-KR" sz="1600" dirty="0"/>
              <a:t>&gt; </a:t>
            </a:r>
            <a:r>
              <a:rPr lang="ko-KR" altLang="en-US" sz="1600" dirty="0"/>
              <a:t>기업정보 </a:t>
            </a:r>
            <a:r>
              <a:rPr lang="en-US" altLang="ko-KR" sz="1600" dirty="0"/>
              <a:t>&gt; </a:t>
            </a:r>
            <a:r>
              <a:rPr lang="ko-KR" altLang="en-US" sz="1600" dirty="0"/>
              <a:t>대표자 정보 </a:t>
            </a:r>
            <a:r>
              <a:rPr lang="en-US" altLang="ko-KR" sz="1600" dirty="0"/>
              <a:t>&gt; </a:t>
            </a:r>
            <a:r>
              <a:rPr lang="ko-KR" altLang="en-US" sz="1600" dirty="0"/>
              <a:t>대표자 성별 한자를 한글로 교체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83DC15-8117-DBAC-2234-1B6BC80B17DB}"/>
              </a:ext>
            </a:extLst>
          </p:cNvPr>
          <p:cNvSpPr/>
          <p:nvPr/>
        </p:nvSpPr>
        <p:spPr>
          <a:xfrm>
            <a:off x="432732" y="4669228"/>
            <a:ext cx="4077858" cy="1514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경영성과 </a:t>
            </a:r>
            <a:r>
              <a:rPr lang="en-US" altLang="ko-KR" dirty="0"/>
              <a:t>&gt; </a:t>
            </a:r>
            <a:r>
              <a:rPr lang="ko-KR" altLang="en-US" dirty="0"/>
              <a:t>기업정보 </a:t>
            </a:r>
            <a:r>
              <a:rPr lang="en-US" altLang="ko-KR" dirty="0"/>
              <a:t>&gt; </a:t>
            </a:r>
            <a:r>
              <a:rPr lang="ko-KR" altLang="en-US" dirty="0"/>
              <a:t>사업정보 </a:t>
            </a:r>
            <a:r>
              <a:rPr lang="en-US" altLang="ko-KR" dirty="0"/>
              <a:t>&gt; </a:t>
            </a:r>
            <a:r>
              <a:rPr lang="ko-KR" altLang="en-US" dirty="0"/>
              <a:t>한자 교체</a:t>
            </a:r>
          </a:p>
        </p:txBody>
      </p:sp>
    </p:spTree>
    <p:extLst>
      <p:ext uri="{BB962C8B-B14F-4D97-AF65-F5344CB8AC3E}">
        <p14:creationId xmlns:p14="http://schemas.microsoft.com/office/powerpoint/2010/main" val="127405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83946F-97F9-5AEC-0AFA-95DBD8192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13" y="292305"/>
            <a:ext cx="8496737" cy="320691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B1E47AB-6AAE-E373-8C68-FEBAFA9D59F9}"/>
              </a:ext>
            </a:extLst>
          </p:cNvPr>
          <p:cNvSpPr/>
          <p:nvPr/>
        </p:nvSpPr>
        <p:spPr>
          <a:xfrm>
            <a:off x="369813" y="3881580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매출액</a:t>
            </a:r>
            <a:r>
              <a:rPr lang="en-US" altLang="ko-KR" dirty="0"/>
              <a:t>, </a:t>
            </a:r>
            <a:r>
              <a:rPr lang="ko-KR" altLang="en-US" dirty="0"/>
              <a:t>수출액 금액 </a:t>
            </a:r>
            <a:r>
              <a:rPr lang="ko-KR" altLang="en-US" dirty="0" err="1"/>
              <a:t>입력시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생성</a:t>
            </a:r>
            <a:endParaRPr lang="en-US" altLang="ko-KR" dirty="0"/>
          </a:p>
          <a:p>
            <a:pPr algn="ctr"/>
            <a:r>
              <a:rPr lang="en-US" altLang="ko-KR" dirty="0"/>
              <a:t>Ex) 1000000 &gt; 1,000,000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2186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3A90F1-FE9B-59C9-6E4B-8CF74F76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46" y="1429261"/>
            <a:ext cx="8674546" cy="254013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50DCE8B-1EE3-8CBE-5624-279160F16E67}"/>
              </a:ext>
            </a:extLst>
          </p:cNvPr>
          <p:cNvSpPr/>
          <p:nvPr/>
        </p:nvSpPr>
        <p:spPr>
          <a:xfrm>
            <a:off x="7010400" y="2172853"/>
            <a:ext cx="646546" cy="2008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D2B846-5ACB-9DDF-4C93-7DC09C985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661" y="2273299"/>
            <a:ext cx="3232316" cy="144787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181FDEB-E1E4-2581-349F-4576E31F39E0}"/>
              </a:ext>
            </a:extLst>
          </p:cNvPr>
          <p:cNvSpPr/>
          <p:nvPr/>
        </p:nvSpPr>
        <p:spPr>
          <a:xfrm>
            <a:off x="932873" y="4565211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경영성과 </a:t>
            </a:r>
            <a:r>
              <a:rPr lang="en-US" altLang="ko-KR" dirty="0"/>
              <a:t>&gt; </a:t>
            </a:r>
            <a:r>
              <a:rPr lang="ko-KR" altLang="en-US" dirty="0"/>
              <a:t>성과 조회 </a:t>
            </a:r>
            <a:r>
              <a:rPr lang="en-US" altLang="ko-KR" dirty="0"/>
              <a:t>&gt; </a:t>
            </a:r>
            <a:r>
              <a:rPr lang="ko-KR" altLang="en-US" dirty="0"/>
              <a:t>검토의견 안보임</a:t>
            </a:r>
          </a:p>
        </p:txBody>
      </p:sp>
    </p:spTree>
    <p:extLst>
      <p:ext uri="{BB962C8B-B14F-4D97-AF65-F5344CB8AC3E}">
        <p14:creationId xmlns:p14="http://schemas.microsoft.com/office/powerpoint/2010/main" val="3375446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EB06D0-75FB-B499-6D83-0EDEEC987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9" y="290242"/>
            <a:ext cx="10366111" cy="423305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B4F3B9C-203D-6149-218A-AD24EC1ECAFD}"/>
              </a:ext>
            </a:extLst>
          </p:cNvPr>
          <p:cNvSpPr/>
          <p:nvPr/>
        </p:nvSpPr>
        <p:spPr>
          <a:xfrm>
            <a:off x="932873" y="4565211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원스톱 지원 </a:t>
            </a:r>
            <a:r>
              <a:rPr lang="en-US" altLang="ko-KR" dirty="0"/>
              <a:t>&gt; </a:t>
            </a:r>
            <a:r>
              <a:rPr lang="ko-KR" altLang="en-US" dirty="0"/>
              <a:t>맨 아래부분 한자 교체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4D74FF-B64F-1ED4-E275-E5E5DEE4A6BB}"/>
              </a:ext>
            </a:extLst>
          </p:cNvPr>
          <p:cNvSpPr/>
          <p:nvPr/>
        </p:nvSpPr>
        <p:spPr>
          <a:xfrm>
            <a:off x="4958471" y="4242916"/>
            <a:ext cx="646546" cy="2008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6403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A1F7D2-DEC0-4F30-F1CA-EF4F51D68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" y="774563"/>
            <a:ext cx="12008467" cy="530887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5DE0A4A-181E-0AFD-506E-4548B3EC6E8B}"/>
              </a:ext>
            </a:extLst>
          </p:cNvPr>
          <p:cNvSpPr/>
          <p:nvPr/>
        </p:nvSpPr>
        <p:spPr>
          <a:xfrm>
            <a:off x="10121598" y="2820516"/>
            <a:ext cx="646546" cy="2008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7092F6-6A7A-AB8F-1B31-A4639125232B}"/>
              </a:ext>
            </a:extLst>
          </p:cNvPr>
          <p:cNvSpPr/>
          <p:nvPr/>
        </p:nvSpPr>
        <p:spPr>
          <a:xfrm>
            <a:off x="526473" y="5202520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지원사업 관리 </a:t>
            </a:r>
            <a:r>
              <a:rPr lang="en-US" altLang="ko-KR" dirty="0"/>
              <a:t>&gt; </a:t>
            </a:r>
            <a:r>
              <a:rPr lang="ko-KR" altLang="en-US" dirty="0"/>
              <a:t>공고생성 </a:t>
            </a:r>
            <a:r>
              <a:rPr lang="en-US" altLang="ko-KR" dirty="0"/>
              <a:t>&gt; </a:t>
            </a:r>
            <a:r>
              <a:rPr lang="ko-KR" altLang="en-US" dirty="0" err="1"/>
              <a:t>사진없음</a:t>
            </a:r>
            <a:r>
              <a:rPr lang="ko-KR" altLang="en-US" dirty="0"/>
              <a:t> 부분</a:t>
            </a:r>
            <a:endParaRPr lang="en-US" altLang="ko-KR" dirty="0"/>
          </a:p>
          <a:p>
            <a:pPr algn="ctr"/>
            <a:r>
              <a:rPr lang="ko-KR" altLang="en-US" dirty="0"/>
              <a:t>한자 교체</a:t>
            </a:r>
          </a:p>
        </p:txBody>
      </p:sp>
    </p:spTree>
    <p:extLst>
      <p:ext uri="{BB962C8B-B14F-4D97-AF65-F5344CB8AC3E}">
        <p14:creationId xmlns:p14="http://schemas.microsoft.com/office/powerpoint/2010/main" val="1652279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소프트웨어, 컴퓨터 아이콘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59E282-7872-AF28-19AA-0E947B055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786" y="448900"/>
            <a:ext cx="9563591" cy="3918151"/>
          </a:xfrm>
          <a:prstGeom prst="rect">
            <a:avLst/>
          </a:prstGeom>
        </p:spPr>
      </p:pic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3C6413-4C34-4AFE-0579-2A9954EFD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3" b="1"/>
          <a:stretch>
            <a:fillRect/>
          </a:stretch>
        </p:blipFill>
        <p:spPr>
          <a:xfrm>
            <a:off x="131551" y="535709"/>
            <a:ext cx="4286470" cy="501807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4F94C48-4490-5968-BC03-957D3BEFC92C}"/>
              </a:ext>
            </a:extLst>
          </p:cNvPr>
          <p:cNvSpPr/>
          <p:nvPr/>
        </p:nvSpPr>
        <p:spPr>
          <a:xfrm>
            <a:off x="5192417" y="4657575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거절 안됨</a:t>
            </a:r>
            <a:endParaRPr lang="en-US" altLang="ko-KR" dirty="0"/>
          </a:p>
          <a:p>
            <a:pPr algn="ctr"/>
            <a:r>
              <a:rPr lang="en-US" altLang="ko-KR" dirty="0"/>
              <a:t>+ </a:t>
            </a:r>
            <a:r>
              <a:rPr lang="ko-KR" altLang="en-US" dirty="0"/>
              <a:t>담당자 이름</a:t>
            </a:r>
            <a:r>
              <a:rPr lang="en-US" altLang="ko-KR" dirty="0"/>
              <a:t>, </a:t>
            </a:r>
            <a:r>
              <a:rPr lang="ko-KR" altLang="en-US" dirty="0"/>
              <a:t>전화번호</a:t>
            </a:r>
            <a:r>
              <a:rPr lang="en-US" altLang="ko-KR" dirty="0"/>
              <a:t>, </a:t>
            </a:r>
            <a:r>
              <a:rPr lang="ko-KR" altLang="en-US" dirty="0"/>
              <a:t>첨부파일 </a:t>
            </a:r>
            <a:r>
              <a:rPr lang="ko-KR" altLang="en-US" dirty="0" err="1"/>
              <a:t>안넘어감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C8FB69-60B4-52E6-1113-8A943593A90B}"/>
              </a:ext>
            </a:extLst>
          </p:cNvPr>
          <p:cNvSpPr/>
          <p:nvPr/>
        </p:nvSpPr>
        <p:spPr>
          <a:xfrm>
            <a:off x="8181961" y="2755861"/>
            <a:ext cx="500221" cy="375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0CDC36-DFD6-6AFA-9470-7B239A66CEAB}"/>
              </a:ext>
            </a:extLst>
          </p:cNvPr>
          <p:cNvSpPr/>
          <p:nvPr/>
        </p:nvSpPr>
        <p:spPr>
          <a:xfrm>
            <a:off x="206361" y="2220341"/>
            <a:ext cx="4125494" cy="661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4A82BF-5E47-743F-BEF8-FD5E7C5E9A13}"/>
              </a:ext>
            </a:extLst>
          </p:cNvPr>
          <p:cNvSpPr/>
          <p:nvPr/>
        </p:nvSpPr>
        <p:spPr>
          <a:xfrm>
            <a:off x="206361" y="4235674"/>
            <a:ext cx="4125494" cy="661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976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4C3470-9467-4BE0-8368-5BACD843E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37" y="243775"/>
            <a:ext cx="9976363" cy="478179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858F96C-E74C-3D4F-7397-325E48597BFD}"/>
              </a:ext>
            </a:extLst>
          </p:cNvPr>
          <p:cNvSpPr/>
          <p:nvPr/>
        </p:nvSpPr>
        <p:spPr>
          <a:xfrm>
            <a:off x="2058252" y="1444297"/>
            <a:ext cx="500221" cy="375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5357CC-7B75-1ED8-3BCC-317850725323}"/>
              </a:ext>
            </a:extLst>
          </p:cNvPr>
          <p:cNvSpPr/>
          <p:nvPr/>
        </p:nvSpPr>
        <p:spPr>
          <a:xfrm>
            <a:off x="2169084" y="3947350"/>
            <a:ext cx="7215057" cy="467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1BEFE2-B52C-FDF3-10A9-16C50C277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544" y="323023"/>
            <a:ext cx="6906712" cy="310597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C3B319-9738-D24A-F59D-AC3144FF2FC5}"/>
              </a:ext>
            </a:extLst>
          </p:cNvPr>
          <p:cNvSpPr/>
          <p:nvPr/>
        </p:nvSpPr>
        <p:spPr>
          <a:xfrm>
            <a:off x="73891" y="5261837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분기 </a:t>
            </a:r>
            <a:r>
              <a:rPr lang="en-US" altLang="ko-KR" dirty="0"/>
              <a:t>&gt; </a:t>
            </a:r>
          </a:p>
          <a:p>
            <a:pPr algn="ctr"/>
            <a:r>
              <a:rPr lang="en-US" altLang="ko-KR" dirty="0"/>
              <a:t>Q1,Q2,Q3,Q4</a:t>
            </a:r>
            <a:r>
              <a:rPr lang="ko-KR" altLang="en-US" dirty="0"/>
              <a:t>에서 </a:t>
            </a:r>
            <a:r>
              <a:rPr lang="en-US" altLang="ko-KR" dirty="0"/>
              <a:t>1</a:t>
            </a:r>
            <a:r>
              <a:rPr lang="ko-KR" altLang="en-US" dirty="0"/>
              <a:t>분기</a:t>
            </a:r>
            <a:r>
              <a:rPr lang="en-US" altLang="ko-KR" dirty="0"/>
              <a:t>,2</a:t>
            </a:r>
            <a:r>
              <a:rPr lang="ko-KR" altLang="en-US" dirty="0"/>
              <a:t>분기</a:t>
            </a:r>
            <a:r>
              <a:rPr lang="en-US" altLang="ko-KR" dirty="0"/>
              <a:t>,3</a:t>
            </a:r>
            <a:r>
              <a:rPr lang="ko-KR" altLang="en-US" dirty="0"/>
              <a:t>분기</a:t>
            </a:r>
            <a:r>
              <a:rPr lang="en-US" altLang="ko-KR" dirty="0"/>
              <a:t>,4</a:t>
            </a:r>
            <a:r>
              <a:rPr lang="ko-KR" altLang="en-US" dirty="0"/>
              <a:t>분기로 수정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380052-7F8A-83DB-6BED-EAD5725EB03C}"/>
              </a:ext>
            </a:extLst>
          </p:cNvPr>
          <p:cNvSpPr/>
          <p:nvPr/>
        </p:nvSpPr>
        <p:spPr>
          <a:xfrm>
            <a:off x="6927266" y="5261837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지식재산권 등록 구분</a:t>
            </a:r>
            <a:r>
              <a:rPr lang="en-US" altLang="ko-KR" dirty="0"/>
              <a:t>, </a:t>
            </a:r>
            <a:r>
              <a:rPr lang="ko-KR" altLang="en-US" dirty="0"/>
              <a:t>국가</a:t>
            </a:r>
            <a:r>
              <a:rPr lang="en-US" altLang="ko-KR" dirty="0"/>
              <a:t>, </a:t>
            </a:r>
            <a:r>
              <a:rPr lang="ko-KR" altLang="en-US" dirty="0"/>
              <a:t>해외신청구분</a:t>
            </a:r>
            <a:r>
              <a:rPr lang="en-US" altLang="ko-KR" dirty="0"/>
              <a:t>, </a:t>
            </a:r>
            <a:r>
              <a:rPr lang="ko-KR" altLang="en-US" dirty="0"/>
              <a:t>공개희망 여부 선택 란 없음</a:t>
            </a:r>
          </a:p>
        </p:txBody>
      </p:sp>
    </p:spTree>
    <p:extLst>
      <p:ext uri="{BB962C8B-B14F-4D97-AF65-F5344CB8AC3E}">
        <p14:creationId xmlns:p14="http://schemas.microsoft.com/office/powerpoint/2010/main" val="405406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012B64-427C-4F01-FC4B-FD0AEA550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46" y="1007832"/>
            <a:ext cx="10071618" cy="332757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60FCA50-9ADA-9C91-7FAD-FDE3703B90DA}"/>
              </a:ext>
            </a:extLst>
          </p:cNvPr>
          <p:cNvSpPr/>
          <p:nvPr/>
        </p:nvSpPr>
        <p:spPr>
          <a:xfrm>
            <a:off x="515246" y="4744601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나이스</a:t>
            </a:r>
            <a:r>
              <a:rPr lang="ko-KR" altLang="en-US" dirty="0"/>
              <a:t> </a:t>
            </a:r>
            <a:r>
              <a:rPr lang="en-US" altLang="ko-KR" dirty="0"/>
              <a:t>D&amp;B </a:t>
            </a:r>
            <a:r>
              <a:rPr lang="ko-KR" altLang="en-US" dirty="0"/>
              <a:t>정보 </a:t>
            </a:r>
            <a:r>
              <a:rPr lang="en-US" altLang="ko-KR" dirty="0"/>
              <a:t>&gt; </a:t>
            </a:r>
            <a:r>
              <a:rPr lang="ko-KR" altLang="en-US" dirty="0"/>
              <a:t>한자부분 교체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ACED05-3E6C-92D0-FBDA-2444435B2008}"/>
              </a:ext>
            </a:extLst>
          </p:cNvPr>
          <p:cNvSpPr/>
          <p:nvPr/>
        </p:nvSpPr>
        <p:spPr>
          <a:xfrm>
            <a:off x="654320" y="1518187"/>
            <a:ext cx="1543935" cy="319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9759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0E62F3-E3D7-5E34-8455-8163FB239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12" y="552638"/>
            <a:ext cx="8426883" cy="390545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BA24180-2907-4F45-60AA-3FFB70203A32}"/>
              </a:ext>
            </a:extLst>
          </p:cNvPr>
          <p:cNvSpPr/>
          <p:nvPr/>
        </p:nvSpPr>
        <p:spPr>
          <a:xfrm>
            <a:off x="7202902" y="2866696"/>
            <a:ext cx="962044" cy="4399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227F1B-C2A2-D5C1-771D-A77F4F79293D}"/>
              </a:ext>
            </a:extLst>
          </p:cNvPr>
          <p:cNvSpPr/>
          <p:nvPr/>
        </p:nvSpPr>
        <p:spPr>
          <a:xfrm>
            <a:off x="515246" y="4744601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기업 정보 </a:t>
            </a:r>
            <a:r>
              <a:rPr lang="en-US" altLang="ko-KR" dirty="0"/>
              <a:t>&gt; </a:t>
            </a:r>
            <a:r>
              <a:rPr lang="ko-KR" altLang="en-US" dirty="0"/>
              <a:t>기업</a:t>
            </a:r>
            <a:r>
              <a:rPr lang="en-US" altLang="ko-KR" dirty="0"/>
              <a:t> </a:t>
            </a:r>
            <a:r>
              <a:rPr lang="ko-KR" altLang="en-US" dirty="0"/>
              <a:t>전화번호는 어디서 입력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9325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0857CE-82D1-C742-1DA9-81E2000AD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9" y="1168284"/>
            <a:ext cx="10344682" cy="4521432"/>
          </a:xfrm>
          <a:prstGeom prst="rect">
            <a:avLst/>
          </a:prstGeom>
        </p:spPr>
      </p:pic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281AFD-386A-8410-7C8A-B56F502E4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056" y="2319706"/>
            <a:ext cx="3314870" cy="249567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223E03A-396D-0DF6-0940-9FA8E52B877C}"/>
              </a:ext>
            </a:extLst>
          </p:cNvPr>
          <p:cNvSpPr/>
          <p:nvPr/>
        </p:nvSpPr>
        <p:spPr>
          <a:xfrm>
            <a:off x="9144589" y="3567545"/>
            <a:ext cx="461229" cy="219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266C55-0C5E-467B-8D85-2EE0008E0380}"/>
              </a:ext>
            </a:extLst>
          </p:cNvPr>
          <p:cNvSpPr/>
          <p:nvPr/>
        </p:nvSpPr>
        <p:spPr>
          <a:xfrm>
            <a:off x="8082714" y="4298332"/>
            <a:ext cx="784195" cy="517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F2E772-7ADC-A633-3167-145B7905CAA8}"/>
              </a:ext>
            </a:extLst>
          </p:cNvPr>
          <p:cNvSpPr/>
          <p:nvPr/>
        </p:nvSpPr>
        <p:spPr>
          <a:xfrm>
            <a:off x="672264" y="5218660"/>
            <a:ext cx="5163127" cy="1496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관리자페이지 </a:t>
            </a:r>
            <a:r>
              <a:rPr lang="en-US" altLang="ko-KR" dirty="0"/>
              <a:t>&gt; </a:t>
            </a:r>
            <a:r>
              <a:rPr lang="ko-KR" altLang="en-US" dirty="0"/>
              <a:t>실적관리 </a:t>
            </a:r>
            <a:r>
              <a:rPr lang="en-US" altLang="ko-KR" dirty="0"/>
              <a:t>&gt; </a:t>
            </a:r>
            <a:r>
              <a:rPr lang="ko-KR" altLang="en-US" dirty="0"/>
              <a:t>보완요청 안됨</a:t>
            </a:r>
          </a:p>
        </p:txBody>
      </p:sp>
    </p:spTree>
    <p:extLst>
      <p:ext uri="{BB962C8B-B14F-4D97-AF65-F5344CB8AC3E}">
        <p14:creationId xmlns:p14="http://schemas.microsoft.com/office/powerpoint/2010/main" val="2909592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180</Words>
  <Application>Microsoft Office PowerPoint</Application>
  <PresentationFormat>와이드스크린</PresentationFormat>
  <Paragraphs>23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민준</dc:creator>
  <cp:lastModifiedBy>김 민준</cp:lastModifiedBy>
  <cp:revision>1</cp:revision>
  <dcterms:created xsi:type="dcterms:W3CDTF">2026-01-26T06:10:48Z</dcterms:created>
  <dcterms:modified xsi:type="dcterms:W3CDTF">2026-01-26T07:08:43Z</dcterms:modified>
</cp:coreProperties>
</file>